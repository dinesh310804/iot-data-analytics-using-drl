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8288000" cy="10287000"/>
  <p:notesSz cx="6858000" cy="9144000"/>
  <p:embeddedFontLst>
    <p:embeddedFont>
      <p:font typeface="Canva Sans Bold" charset="1" panose="020B0803030501040103"/>
      <p:regular r:id="rId32"/>
    </p:embeddedFont>
    <p:embeddedFont>
      <p:font typeface="Canva Sans" charset="1" panose="020B0503030501040103"/>
      <p:regular r:id="rId33"/>
    </p:embeddedFont>
    <p:embeddedFont>
      <p:font typeface="Bricolage Grotesque 18" charset="1" panose="020B0605040402000204"/>
      <p:regular r:id="rId34"/>
    </p:embeddedFont>
    <p:embeddedFont>
      <p:font typeface="Bricolage Grotesque 18 Bold" charset="1" panose="020B0605040402000204"/>
      <p:regular r:id="rId35"/>
    </p:embeddedFont>
    <p:embeddedFont>
      <p:font typeface="Bukhari Script" charset="1" panose="00000500000000000000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12" Target="../media/image12.png" Type="http://schemas.openxmlformats.org/officeDocument/2006/relationships/image"/><Relationship Id="rId13" Target="../media/image1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media/image21.svg" Type="http://schemas.openxmlformats.org/officeDocument/2006/relationships/image"/><Relationship Id="rId12" Target="../media/image22.png" Type="http://schemas.openxmlformats.org/officeDocument/2006/relationships/image"/><Relationship Id="rId13" Target="../media/image2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12" Target="../media/image24.png" Type="http://schemas.openxmlformats.org/officeDocument/2006/relationships/image"/><Relationship Id="rId13" Target="../media/image25.svg" Type="http://schemas.openxmlformats.org/officeDocument/2006/relationships/image"/><Relationship Id="rId14" Target="../media/image26.png" Type="http://schemas.openxmlformats.org/officeDocument/2006/relationships/image"/><Relationship Id="rId15" Target="../media/image27.svg" Type="http://schemas.openxmlformats.org/officeDocument/2006/relationships/image"/><Relationship Id="rId16" Target="../media/image28.png" Type="http://schemas.openxmlformats.org/officeDocument/2006/relationships/image"/><Relationship Id="rId17" Target="../media/image29.svg" Type="http://schemas.openxmlformats.org/officeDocument/2006/relationships/image"/><Relationship Id="rId18" Target="../media/image30.png" Type="http://schemas.openxmlformats.org/officeDocument/2006/relationships/image"/><Relationship Id="rId19" Target="../media/image3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11" Target="../media/image35.svg" Type="http://schemas.openxmlformats.org/officeDocument/2006/relationships/image"/><Relationship Id="rId12" Target="../media/image36.png" Type="http://schemas.openxmlformats.org/officeDocument/2006/relationships/image"/><Relationship Id="rId13" Target="../media/image37.svg" Type="http://schemas.openxmlformats.org/officeDocument/2006/relationships/image"/><Relationship Id="rId14" Target="../media/image38.png" Type="http://schemas.openxmlformats.org/officeDocument/2006/relationships/image"/><Relationship Id="rId15" Target="../media/image39.svg" Type="http://schemas.openxmlformats.org/officeDocument/2006/relationships/image"/><Relationship Id="rId16" Target="../media/image40.png" Type="http://schemas.openxmlformats.org/officeDocument/2006/relationships/image"/><Relationship Id="rId17" Target="../media/image41.svg" Type="http://schemas.openxmlformats.org/officeDocument/2006/relationships/image"/><Relationship Id="rId18" Target="../media/image42.png" Type="http://schemas.openxmlformats.org/officeDocument/2006/relationships/image"/><Relationship Id="rId19" Target="../media/image43.png" Type="http://schemas.openxmlformats.org/officeDocument/2006/relationships/image"/><Relationship Id="rId2" Target="../media/image3.png" Type="http://schemas.openxmlformats.org/officeDocument/2006/relationships/image"/><Relationship Id="rId20" Target="../media/image44.svg" Type="http://schemas.openxmlformats.org/officeDocument/2006/relationships/image"/><Relationship Id="rId21" Target="../media/image20.png" Type="http://schemas.openxmlformats.org/officeDocument/2006/relationships/image"/><Relationship Id="rId22" Target="../media/image21.sv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32.png" Type="http://schemas.openxmlformats.org/officeDocument/2006/relationships/image"/><Relationship Id="rId9" Target="../media/image3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svg" Type="http://schemas.openxmlformats.org/officeDocument/2006/relationships/image"/><Relationship Id="rId12" Target="../media/image45.png" Type="http://schemas.openxmlformats.org/officeDocument/2006/relationships/image"/><Relationship Id="rId13" Target="../media/image46.svg" Type="http://schemas.openxmlformats.org/officeDocument/2006/relationships/image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2" Target="../media/image47.png" Type="http://schemas.openxmlformats.org/officeDocument/2006/relationships/image"/><Relationship Id="rId3" Target="../media/image48.svg" Type="http://schemas.openxmlformats.org/officeDocument/2006/relationships/image"/><Relationship Id="rId4" Target="../media/image49.png" Type="http://schemas.openxmlformats.org/officeDocument/2006/relationships/image"/><Relationship Id="rId5" Target="../media/image50.svg" Type="http://schemas.openxmlformats.org/officeDocument/2006/relationships/image"/><Relationship Id="rId6" Target="../media/image51.png" Type="http://schemas.openxmlformats.org/officeDocument/2006/relationships/image"/><Relationship Id="rId7" Target="../media/image52.svg" Type="http://schemas.openxmlformats.org/officeDocument/2006/relationships/image"/><Relationship Id="rId8" Target="../media/image53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.png" Type="http://schemas.openxmlformats.org/officeDocument/2006/relationships/image"/><Relationship Id="rId11" Target="../media/image2.svg" Type="http://schemas.openxmlformats.org/officeDocument/2006/relationships/image"/><Relationship Id="rId12" Target="../media/image6.png" Type="http://schemas.openxmlformats.org/officeDocument/2006/relationships/image"/><Relationship Id="rId2" Target="../media/image47.png" Type="http://schemas.openxmlformats.org/officeDocument/2006/relationships/image"/><Relationship Id="rId3" Target="../media/image48.svg" Type="http://schemas.openxmlformats.org/officeDocument/2006/relationships/image"/><Relationship Id="rId4" Target="../media/image49.png" Type="http://schemas.openxmlformats.org/officeDocument/2006/relationships/image"/><Relationship Id="rId5" Target="../media/image50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svg" Type="http://schemas.openxmlformats.org/officeDocument/2006/relationships/image"/><Relationship Id="rId11" Target="../media/image12.png" Type="http://schemas.openxmlformats.org/officeDocument/2006/relationships/image"/><Relationship Id="rId12" Target="../media/image13.svg" Type="http://schemas.openxmlformats.org/officeDocument/2006/relationships/image"/><Relationship Id="rId13" Target="../media/image54.png" Type="http://schemas.openxmlformats.org/officeDocument/2006/relationships/image"/><Relationship Id="rId14" Target="../media/image55.svg" Type="http://schemas.openxmlformats.org/officeDocument/2006/relationships/image"/><Relationship Id="rId2" Target="../media/image47.png" Type="http://schemas.openxmlformats.org/officeDocument/2006/relationships/image"/><Relationship Id="rId3" Target="../media/image48.svg" Type="http://schemas.openxmlformats.org/officeDocument/2006/relationships/image"/><Relationship Id="rId4" Target="../media/image49.png" Type="http://schemas.openxmlformats.org/officeDocument/2006/relationships/image"/><Relationship Id="rId5" Target="../media/image50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6.png" Type="http://schemas.openxmlformats.org/officeDocument/2006/relationships/image"/><Relationship Id="rId9" Target="../media/image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6.pn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.png" Type="http://schemas.openxmlformats.org/officeDocument/2006/relationships/image"/><Relationship Id="rId8" Target="../media/image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png" Type="http://schemas.openxmlformats.org/officeDocument/2006/relationships/image"/><Relationship Id="rId11" Target="../media/image1.png" Type="http://schemas.openxmlformats.org/officeDocument/2006/relationships/image"/><Relationship Id="rId12" Target="../media/image2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2" Target="../media/image47.png" Type="http://schemas.openxmlformats.org/officeDocument/2006/relationships/image"/><Relationship Id="rId3" Target="../media/image48.svg" Type="http://schemas.openxmlformats.org/officeDocument/2006/relationships/image"/><Relationship Id="rId4" Target="../media/image56.png" Type="http://schemas.openxmlformats.org/officeDocument/2006/relationships/image"/><Relationship Id="rId5" Target="../media/image57.svg" Type="http://schemas.openxmlformats.org/officeDocument/2006/relationships/image"/><Relationship Id="rId6" Target="../media/image58.png" Type="http://schemas.openxmlformats.org/officeDocument/2006/relationships/image"/><Relationship Id="rId7" Target="../media/image59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3.png" Type="http://schemas.openxmlformats.org/officeDocument/2006/relationships/image"/><Relationship Id="rId11" Target="../media/image64.png" Type="http://schemas.openxmlformats.org/officeDocument/2006/relationships/image"/><Relationship Id="rId12" Target="../media/image65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Relationship Id="rId7" Target="../media/image60.png" Type="http://schemas.openxmlformats.org/officeDocument/2006/relationships/image"/><Relationship Id="rId8" Target="../media/image61.png" Type="http://schemas.openxmlformats.org/officeDocument/2006/relationships/image"/><Relationship Id="rId9" Target="../media/image6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svg" Type="http://schemas.openxmlformats.org/officeDocument/2006/relationships/image"/><Relationship Id="rId11" Target="../media/image71.png" Type="http://schemas.openxmlformats.org/officeDocument/2006/relationships/image"/><Relationship Id="rId12" Target="../media/image72.png" Type="http://schemas.openxmlformats.org/officeDocument/2006/relationships/image"/><Relationship Id="rId13" Target="../media/image64.png" Type="http://schemas.openxmlformats.org/officeDocument/2006/relationships/image"/><Relationship Id="rId14" Target="../media/image65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6.png" Type="http://schemas.openxmlformats.org/officeDocument/2006/relationships/image"/><Relationship Id="rId5" Target="../media/image67.png" Type="http://schemas.openxmlformats.org/officeDocument/2006/relationships/image"/><Relationship Id="rId6" Target="../media/image68.png" Type="http://schemas.openxmlformats.org/officeDocument/2006/relationships/image"/><Relationship Id="rId7" Target="../media/image69.png" Type="http://schemas.openxmlformats.org/officeDocument/2006/relationships/image"/><Relationship Id="rId8" Target="../media/image70.png" Type="http://schemas.openxmlformats.org/officeDocument/2006/relationships/image"/><Relationship Id="rId9" Target="../media/image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3.pn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6.png" Type="http://schemas.openxmlformats.org/officeDocument/2006/relationships/image"/><Relationship Id="rId8" Target="../media/image1.png" Type="http://schemas.openxmlformats.org/officeDocument/2006/relationships/image"/><Relationship Id="rId9" Target="../media/image2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4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.png" Type="http://schemas.openxmlformats.org/officeDocument/2006/relationships/image"/><Relationship Id="rId8" Target="../media/image2.svg" Type="http://schemas.openxmlformats.org/officeDocument/2006/relationships/image"/><Relationship Id="rId9" Target="../media/image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Relationship Id="rId7" Target="../media/image7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Relationship Id="rId7" Target="../media/image76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Relationship Id="rId7" Target="../media/image77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Relationship Id="rId7" Target="../media/image78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9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6.pn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Relationship Id="rId7" Target="../media/image80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4.svg" Type="http://schemas.openxmlformats.org/officeDocument/2006/relationships/image"/><Relationship Id="rId11" Target="../media/image85.png" Type="http://schemas.openxmlformats.org/officeDocument/2006/relationships/image"/><Relationship Id="rId12" Target="../media/image8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Relationship Id="rId7" Target="../media/image81.png" Type="http://schemas.openxmlformats.org/officeDocument/2006/relationships/image"/><Relationship Id="rId8" Target="../media/image82.svg" Type="http://schemas.openxmlformats.org/officeDocument/2006/relationships/image"/><Relationship Id="rId9" Target="../media/image83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6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6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22575">
            <a:off x="-873367" y="-4477451"/>
            <a:ext cx="6286050" cy="6286050"/>
          </a:xfrm>
          <a:custGeom>
            <a:avLst/>
            <a:gdLst/>
            <a:ahLst/>
            <a:cxnLst/>
            <a:rect r="r" b="b" t="t" l="l"/>
            <a:pathLst>
              <a:path h="6286050" w="6286050">
                <a:moveTo>
                  <a:pt x="0" y="0"/>
                </a:moveTo>
                <a:lnTo>
                  <a:pt x="6286050" y="0"/>
                </a:lnTo>
                <a:lnTo>
                  <a:pt x="6286050" y="6286050"/>
                </a:lnTo>
                <a:lnTo>
                  <a:pt x="0" y="62860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dash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1801374">
            <a:off x="12005570" y="8151363"/>
            <a:ext cx="6286050" cy="6286050"/>
          </a:xfrm>
          <a:custGeom>
            <a:avLst/>
            <a:gdLst/>
            <a:ahLst/>
            <a:cxnLst/>
            <a:rect r="r" b="b" t="t" l="l"/>
            <a:pathLst>
              <a:path h="6286050" w="6286050">
                <a:moveTo>
                  <a:pt x="0" y="0"/>
                </a:moveTo>
                <a:lnTo>
                  <a:pt x="6286050" y="0"/>
                </a:lnTo>
                <a:lnTo>
                  <a:pt x="6286050" y="6286050"/>
                </a:lnTo>
                <a:lnTo>
                  <a:pt x="0" y="62860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678564">
            <a:off x="-2070075" y="5567335"/>
            <a:ext cx="6489801" cy="5118831"/>
          </a:xfrm>
          <a:custGeom>
            <a:avLst/>
            <a:gdLst/>
            <a:ahLst/>
            <a:cxnLst/>
            <a:rect r="r" b="b" t="t" l="l"/>
            <a:pathLst>
              <a:path h="5118831" w="6489801">
                <a:moveTo>
                  <a:pt x="0" y="0"/>
                </a:moveTo>
                <a:lnTo>
                  <a:pt x="6489801" y="0"/>
                </a:lnTo>
                <a:lnTo>
                  <a:pt x="6489801" y="5118831"/>
                </a:lnTo>
                <a:lnTo>
                  <a:pt x="0" y="51188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130374" y="129180"/>
            <a:ext cx="2052577" cy="2152041"/>
          </a:xfrm>
          <a:custGeom>
            <a:avLst/>
            <a:gdLst/>
            <a:ahLst/>
            <a:cxnLst/>
            <a:rect r="r" b="b" t="t" l="l"/>
            <a:pathLst>
              <a:path h="2152041" w="2052577">
                <a:moveTo>
                  <a:pt x="0" y="0"/>
                </a:moveTo>
                <a:lnTo>
                  <a:pt x="2052577" y="0"/>
                </a:lnTo>
                <a:lnTo>
                  <a:pt x="2052577" y="2152041"/>
                </a:lnTo>
                <a:lnTo>
                  <a:pt x="0" y="21520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51794" y="4937679"/>
            <a:ext cx="4737774" cy="2596665"/>
          </a:xfrm>
          <a:custGeom>
            <a:avLst/>
            <a:gdLst/>
            <a:ahLst/>
            <a:cxnLst/>
            <a:rect r="r" b="b" t="t" l="l"/>
            <a:pathLst>
              <a:path h="2596665" w="4737774">
                <a:moveTo>
                  <a:pt x="0" y="0"/>
                </a:moveTo>
                <a:lnTo>
                  <a:pt x="4737774" y="0"/>
                </a:lnTo>
                <a:lnTo>
                  <a:pt x="4737774" y="2596665"/>
                </a:lnTo>
                <a:lnTo>
                  <a:pt x="0" y="259666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397387" y="2088667"/>
            <a:ext cx="4737774" cy="2596665"/>
          </a:xfrm>
          <a:custGeom>
            <a:avLst/>
            <a:gdLst/>
            <a:ahLst/>
            <a:cxnLst/>
            <a:rect r="r" b="b" t="t" l="l"/>
            <a:pathLst>
              <a:path h="2596665" w="4737774">
                <a:moveTo>
                  <a:pt x="0" y="0"/>
                </a:moveTo>
                <a:lnTo>
                  <a:pt x="4737774" y="0"/>
                </a:lnTo>
                <a:lnTo>
                  <a:pt x="4737774" y="2596665"/>
                </a:lnTo>
                <a:lnTo>
                  <a:pt x="0" y="259666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2880645"/>
            <a:ext cx="14550360" cy="3026616"/>
            <a:chOff x="0" y="0"/>
            <a:chExt cx="19400480" cy="4035488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57150"/>
              <a:ext cx="10806747" cy="698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80"/>
                </a:lnSpc>
              </a:pPr>
              <a:r>
                <a:rPr lang="en-US" sz="3200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Group Code - B25AH02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2240320" y="1155275"/>
              <a:ext cx="17160161" cy="15915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068"/>
                </a:lnSpc>
              </a:pPr>
              <a:r>
                <a:rPr lang="en-US" b="true" sz="7191" u="sng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IoT Data Analytics Using DRL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791354" y="3337413"/>
              <a:ext cx="10806747" cy="698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80"/>
                </a:lnSpc>
              </a:pPr>
              <a:r>
                <a:rPr lang="en-US" sz="3200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Mentor - Dr.Abhishek Hazara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22575">
            <a:off x="-1077882" y="-4109324"/>
            <a:ext cx="6286050" cy="6286050"/>
          </a:xfrm>
          <a:custGeom>
            <a:avLst/>
            <a:gdLst/>
            <a:ahLst/>
            <a:cxnLst/>
            <a:rect r="r" b="b" t="t" l="l"/>
            <a:pathLst>
              <a:path h="6286050" w="6286050">
                <a:moveTo>
                  <a:pt x="0" y="0"/>
                </a:moveTo>
                <a:lnTo>
                  <a:pt x="6286050" y="0"/>
                </a:lnTo>
                <a:lnTo>
                  <a:pt x="6286050" y="6286050"/>
                </a:lnTo>
                <a:lnTo>
                  <a:pt x="0" y="62860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dash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1801374">
            <a:off x="11801055" y="8519490"/>
            <a:ext cx="6286050" cy="6286050"/>
          </a:xfrm>
          <a:custGeom>
            <a:avLst/>
            <a:gdLst/>
            <a:ahLst/>
            <a:cxnLst/>
            <a:rect r="r" b="b" t="t" l="l"/>
            <a:pathLst>
              <a:path h="6286050" w="6286050">
                <a:moveTo>
                  <a:pt x="0" y="0"/>
                </a:moveTo>
                <a:lnTo>
                  <a:pt x="6286050" y="0"/>
                </a:lnTo>
                <a:lnTo>
                  <a:pt x="6286050" y="6286050"/>
                </a:lnTo>
                <a:lnTo>
                  <a:pt x="0" y="62860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678564">
            <a:off x="-2274590" y="5935462"/>
            <a:ext cx="6489801" cy="5118831"/>
          </a:xfrm>
          <a:custGeom>
            <a:avLst/>
            <a:gdLst/>
            <a:ahLst/>
            <a:cxnLst/>
            <a:rect r="r" b="b" t="t" l="l"/>
            <a:pathLst>
              <a:path h="5118831" w="6489801">
                <a:moveTo>
                  <a:pt x="0" y="0"/>
                </a:moveTo>
                <a:lnTo>
                  <a:pt x="6489801" y="0"/>
                </a:lnTo>
                <a:lnTo>
                  <a:pt x="6489801" y="5118831"/>
                </a:lnTo>
                <a:lnTo>
                  <a:pt x="0" y="51188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247279" y="5305807"/>
            <a:ext cx="4737774" cy="2596665"/>
          </a:xfrm>
          <a:custGeom>
            <a:avLst/>
            <a:gdLst/>
            <a:ahLst/>
            <a:cxnLst/>
            <a:rect r="r" b="b" t="t" l="l"/>
            <a:pathLst>
              <a:path h="2596665" w="4737774">
                <a:moveTo>
                  <a:pt x="0" y="0"/>
                </a:moveTo>
                <a:lnTo>
                  <a:pt x="4737774" y="0"/>
                </a:lnTo>
                <a:lnTo>
                  <a:pt x="4737774" y="2596664"/>
                </a:lnTo>
                <a:lnTo>
                  <a:pt x="0" y="25966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601902" y="2456794"/>
            <a:ext cx="4737774" cy="2596665"/>
          </a:xfrm>
          <a:custGeom>
            <a:avLst/>
            <a:gdLst/>
            <a:ahLst/>
            <a:cxnLst/>
            <a:rect r="r" b="b" t="t" l="l"/>
            <a:pathLst>
              <a:path h="2596665" w="4737774">
                <a:moveTo>
                  <a:pt x="0" y="0"/>
                </a:moveTo>
                <a:lnTo>
                  <a:pt x="4737774" y="0"/>
                </a:lnTo>
                <a:lnTo>
                  <a:pt x="4737774" y="2596665"/>
                </a:lnTo>
                <a:lnTo>
                  <a:pt x="0" y="25966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925156" y="3755127"/>
            <a:ext cx="7631797" cy="917725"/>
            <a:chOff x="0" y="0"/>
            <a:chExt cx="10175729" cy="12236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753600" cy="1223633"/>
            </a:xfrm>
            <a:custGeom>
              <a:avLst/>
              <a:gdLst/>
              <a:ahLst/>
              <a:cxnLst/>
              <a:rect r="r" b="b" t="t" l="l"/>
              <a:pathLst>
                <a:path h="1223633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223633"/>
                  </a:lnTo>
                  <a:lnTo>
                    <a:pt x="0" y="12236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1347574" y="213672"/>
              <a:ext cx="8828156" cy="7296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20"/>
                </a:lnSpc>
              </a:pPr>
              <a:r>
                <a:rPr lang="en-US" sz="33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Sushant Gadyal - S20220010218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925156" y="6852182"/>
            <a:ext cx="8328010" cy="917725"/>
            <a:chOff x="0" y="0"/>
            <a:chExt cx="11104013" cy="122363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753600" cy="1223633"/>
            </a:xfrm>
            <a:custGeom>
              <a:avLst/>
              <a:gdLst/>
              <a:ahLst/>
              <a:cxnLst/>
              <a:rect r="r" b="b" t="t" l="l"/>
              <a:pathLst>
                <a:path h="1223633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223633"/>
                  </a:lnTo>
                  <a:lnTo>
                    <a:pt x="0" y="12236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36507" y="213672"/>
              <a:ext cx="11067505" cy="7296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20"/>
                </a:lnSpc>
              </a:pPr>
              <a:r>
                <a:rPr lang="en-US" sz="33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Dinesh Peddina - S20220010062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925156" y="5305807"/>
            <a:ext cx="8868785" cy="917725"/>
            <a:chOff x="0" y="0"/>
            <a:chExt cx="11825047" cy="122363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753600" cy="1223633"/>
            </a:xfrm>
            <a:custGeom>
              <a:avLst/>
              <a:gdLst/>
              <a:ahLst/>
              <a:cxnLst/>
              <a:rect r="r" b="b" t="t" l="l"/>
              <a:pathLst>
                <a:path h="1223633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223633"/>
                  </a:lnTo>
                  <a:lnTo>
                    <a:pt x="0" y="12236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757541" y="234203"/>
              <a:ext cx="11067505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80"/>
                </a:lnSpc>
              </a:pPr>
              <a:r>
                <a:rPr lang="en-US" sz="3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Bathina Santosh Kiran - S20220010035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4499604" y="-2792847"/>
            <a:ext cx="6301385" cy="6301385"/>
          </a:xfrm>
          <a:custGeom>
            <a:avLst/>
            <a:gdLst/>
            <a:ahLst/>
            <a:cxnLst/>
            <a:rect r="r" b="b" t="t" l="l"/>
            <a:pathLst>
              <a:path h="6301385" w="6301385">
                <a:moveTo>
                  <a:pt x="0" y="0"/>
                </a:moveTo>
                <a:lnTo>
                  <a:pt x="6301385" y="0"/>
                </a:lnTo>
                <a:lnTo>
                  <a:pt x="6301385" y="6301385"/>
                </a:lnTo>
                <a:lnTo>
                  <a:pt x="0" y="630138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31000"/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636039" y="2025221"/>
            <a:ext cx="675550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Our team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4121532" y="3693366"/>
            <a:ext cx="842233" cy="771792"/>
          </a:xfrm>
          <a:custGeom>
            <a:avLst/>
            <a:gdLst/>
            <a:ahLst/>
            <a:cxnLst/>
            <a:rect r="r" b="b" t="t" l="l"/>
            <a:pathLst>
              <a:path h="771792" w="842233">
                <a:moveTo>
                  <a:pt x="0" y="0"/>
                </a:moveTo>
                <a:lnTo>
                  <a:pt x="842233" y="0"/>
                </a:lnTo>
                <a:lnTo>
                  <a:pt x="842233" y="771792"/>
                </a:lnTo>
                <a:lnTo>
                  <a:pt x="0" y="77179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4121532" y="5272774"/>
            <a:ext cx="842233" cy="771792"/>
          </a:xfrm>
          <a:custGeom>
            <a:avLst/>
            <a:gdLst/>
            <a:ahLst/>
            <a:cxnLst/>
            <a:rect r="r" b="b" t="t" l="l"/>
            <a:pathLst>
              <a:path h="771792" w="842233">
                <a:moveTo>
                  <a:pt x="0" y="0"/>
                </a:moveTo>
                <a:lnTo>
                  <a:pt x="842233" y="0"/>
                </a:lnTo>
                <a:lnTo>
                  <a:pt x="842233" y="771791"/>
                </a:lnTo>
                <a:lnTo>
                  <a:pt x="0" y="77179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4121532" y="6823607"/>
            <a:ext cx="842233" cy="771792"/>
          </a:xfrm>
          <a:custGeom>
            <a:avLst/>
            <a:gdLst/>
            <a:ahLst/>
            <a:cxnLst/>
            <a:rect r="r" b="b" t="t" l="l"/>
            <a:pathLst>
              <a:path h="771792" w="842233">
                <a:moveTo>
                  <a:pt x="0" y="0"/>
                </a:moveTo>
                <a:lnTo>
                  <a:pt x="842233" y="0"/>
                </a:lnTo>
                <a:lnTo>
                  <a:pt x="842233" y="771791"/>
                </a:lnTo>
                <a:lnTo>
                  <a:pt x="0" y="77179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6820763">
            <a:off x="14744027" y="-4515586"/>
            <a:ext cx="7806543" cy="8010445"/>
          </a:xfrm>
          <a:custGeom>
            <a:avLst/>
            <a:gdLst/>
            <a:ahLst/>
            <a:cxnLst/>
            <a:rect r="r" b="b" t="t" l="l"/>
            <a:pathLst>
              <a:path h="8010445" w="7806543">
                <a:moveTo>
                  <a:pt x="0" y="0"/>
                </a:moveTo>
                <a:lnTo>
                  <a:pt x="7806543" y="0"/>
                </a:lnTo>
                <a:lnTo>
                  <a:pt x="7806543" y="8010445"/>
                </a:lnTo>
                <a:lnTo>
                  <a:pt x="0" y="801044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22575">
            <a:off x="-1537093" y="-4177343"/>
            <a:ext cx="6286050" cy="6286050"/>
          </a:xfrm>
          <a:custGeom>
            <a:avLst/>
            <a:gdLst/>
            <a:ahLst/>
            <a:cxnLst/>
            <a:rect r="r" b="b" t="t" l="l"/>
            <a:pathLst>
              <a:path h="6286050" w="6286050">
                <a:moveTo>
                  <a:pt x="0" y="0"/>
                </a:moveTo>
                <a:lnTo>
                  <a:pt x="6286049" y="0"/>
                </a:lnTo>
                <a:lnTo>
                  <a:pt x="6286049" y="6286050"/>
                </a:lnTo>
                <a:lnTo>
                  <a:pt x="0" y="62860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dash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1801374">
            <a:off x="12598480" y="7903689"/>
            <a:ext cx="6286050" cy="6286050"/>
          </a:xfrm>
          <a:custGeom>
            <a:avLst/>
            <a:gdLst/>
            <a:ahLst/>
            <a:cxnLst/>
            <a:rect r="r" b="b" t="t" l="l"/>
            <a:pathLst>
              <a:path h="6286050" w="6286050">
                <a:moveTo>
                  <a:pt x="0" y="0"/>
                </a:moveTo>
                <a:lnTo>
                  <a:pt x="6286050" y="0"/>
                </a:lnTo>
                <a:lnTo>
                  <a:pt x="6286050" y="6286050"/>
                </a:lnTo>
                <a:lnTo>
                  <a:pt x="0" y="62860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678564">
            <a:off x="-2216201" y="5812753"/>
            <a:ext cx="6489801" cy="5118831"/>
          </a:xfrm>
          <a:custGeom>
            <a:avLst/>
            <a:gdLst/>
            <a:ahLst/>
            <a:cxnLst/>
            <a:rect r="r" b="b" t="t" l="l"/>
            <a:pathLst>
              <a:path h="5118831" w="6489801">
                <a:moveTo>
                  <a:pt x="0" y="0"/>
                </a:moveTo>
                <a:lnTo>
                  <a:pt x="6489802" y="0"/>
                </a:lnTo>
                <a:lnTo>
                  <a:pt x="6489802" y="5118831"/>
                </a:lnTo>
                <a:lnTo>
                  <a:pt x="0" y="51188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5712243" y="2576457"/>
            <a:ext cx="1013807" cy="6845660"/>
            <a:chOff x="0" y="0"/>
            <a:chExt cx="267011" cy="18029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67011" cy="1802972"/>
            </a:xfrm>
            <a:custGeom>
              <a:avLst/>
              <a:gdLst/>
              <a:ahLst/>
              <a:cxnLst/>
              <a:rect r="r" b="b" t="t" l="l"/>
              <a:pathLst>
                <a:path h="1802972" w="267011">
                  <a:moveTo>
                    <a:pt x="133505" y="0"/>
                  </a:moveTo>
                  <a:lnTo>
                    <a:pt x="133505" y="0"/>
                  </a:lnTo>
                  <a:cubicBezTo>
                    <a:pt x="207238" y="0"/>
                    <a:pt x="267011" y="59772"/>
                    <a:pt x="267011" y="133505"/>
                  </a:cubicBezTo>
                  <a:lnTo>
                    <a:pt x="267011" y="1669467"/>
                  </a:lnTo>
                  <a:cubicBezTo>
                    <a:pt x="267011" y="1743200"/>
                    <a:pt x="207238" y="1802972"/>
                    <a:pt x="133505" y="1802972"/>
                  </a:cubicBezTo>
                  <a:lnTo>
                    <a:pt x="133505" y="1802972"/>
                  </a:lnTo>
                  <a:cubicBezTo>
                    <a:pt x="59772" y="1802972"/>
                    <a:pt x="0" y="1743200"/>
                    <a:pt x="0" y="1669467"/>
                  </a:cubicBezTo>
                  <a:lnTo>
                    <a:pt x="0" y="133505"/>
                  </a:lnTo>
                  <a:cubicBezTo>
                    <a:pt x="0" y="59772"/>
                    <a:pt x="59772" y="0"/>
                    <a:pt x="133505" y="0"/>
                  </a:cubicBezTo>
                  <a:close/>
                </a:path>
              </a:pathLst>
            </a:custGeom>
            <a:solidFill>
              <a:srgbClr val="5E17E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67011" cy="1841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060753" y="2901129"/>
            <a:ext cx="324404" cy="324404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583520" y="5536247"/>
            <a:ext cx="6492240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Formulas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060753" y="3541579"/>
            <a:ext cx="324404" cy="324404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060753" y="4260174"/>
            <a:ext cx="324404" cy="324404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060753" y="5000284"/>
            <a:ext cx="324404" cy="324404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060753" y="5658063"/>
            <a:ext cx="324404" cy="324404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060753" y="6428399"/>
            <a:ext cx="324404" cy="324404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056945" y="7306919"/>
            <a:ext cx="324404" cy="324404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060753" y="8050422"/>
            <a:ext cx="324404" cy="324404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6060753" y="8727251"/>
            <a:ext cx="324404" cy="324404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16539298" y="5393588"/>
            <a:ext cx="3496119" cy="1913330"/>
          </a:xfrm>
          <a:custGeom>
            <a:avLst/>
            <a:gdLst/>
            <a:ahLst/>
            <a:cxnLst/>
            <a:rect r="r" b="b" t="t" l="l"/>
            <a:pathLst>
              <a:path h="1913330" w="3496119">
                <a:moveTo>
                  <a:pt x="0" y="0"/>
                </a:moveTo>
                <a:lnTo>
                  <a:pt x="3496119" y="0"/>
                </a:lnTo>
                <a:lnTo>
                  <a:pt x="3496119" y="1913331"/>
                </a:lnTo>
                <a:lnTo>
                  <a:pt x="0" y="19133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-2123695" y="2901129"/>
            <a:ext cx="3496119" cy="1913330"/>
          </a:xfrm>
          <a:custGeom>
            <a:avLst/>
            <a:gdLst/>
            <a:ahLst/>
            <a:cxnLst/>
            <a:rect r="r" b="b" t="t" l="l"/>
            <a:pathLst>
              <a:path h="1913330" w="3496119">
                <a:moveTo>
                  <a:pt x="0" y="0"/>
                </a:moveTo>
                <a:lnTo>
                  <a:pt x="3496119" y="0"/>
                </a:lnTo>
                <a:lnTo>
                  <a:pt x="3496119" y="1913330"/>
                </a:lnTo>
                <a:lnTo>
                  <a:pt x="0" y="19133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6197430" y="-1051470"/>
            <a:ext cx="3837986" cy="4114800"/>
          </a:xfrm>
          <a:custGeom>
            <a:avLst/>
            <a:gdLst/>
            <a:ahLst/>
            <a:cxnLst/>
            <a:rect r="r" b="b" t="t" l="l"/>
            <a:pathLst>
              <a:path h="4114800" w="3837986">
                <a:moveTo>
                  <a:pt x="0" y="0"/>
                </a:moveTo>
                <a:lnTo>
                  <a:pt x="3837987" y="0"/>
                </a:lnTo>
                <a:lnTo>
                  <a:pt x="383798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6249913" y="248799"/>
            <a:ext cx="4240897" cy="1699008"/>
          </a:xfrm>
          <a:custGeom>
            <a:avLst/>
            <a:gdLst/>
            <a:ahLst/>
            <a:cxnLst/>
            <a:rect r="r" b="b" t="t" l="l"/>
            <a:pathLst>
              <a:path h="1699008" w="4240897">
                <a:moveTo>
                  <a:pt x="0" y="0"/>
                </a:moveTo>
                <a:lnTo>
                  <a:pt x="4240897" y="0"/>
                </a:lnTo>
                <a:lnTo>
                  <a:pt x="4240897" y="1699008"/>
                </a:lnTo>
                <a:lnTo>
                  <a:pt x="0" y="16990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6690578" y="2731543"/>
            <a:ext cx="4643551" cy="596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Problem Statement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655106" y="3406283"/>
            <a:ext cx="471449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Basic Diagram of DRL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664437" y="6293103"/>
            <a:ext cx="3666497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Previous Results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856802" y="4124879"/>
            <a:ext cx="575783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Problem Statement Diagram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6856802" y="4846003"/>
            <a:ext cx="3281767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Implementation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726050" y="7850397"/>
            <a:ext cx="2207181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TimeLine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020414" y="537527"/>
            <a:ext cx="264818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6856802" y="7093477"/>
            <a:ext cx="3099492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Current Results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6936819" y="8607317"/>
            <a:ext cx="2207181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References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22575">
            <a:off x="-1770601" y="-4085823"/>
            <a:ext cx="6286050" cy="6286050"/>
          </a:xfrm>
          <a:custGeom>
            <a:avLst/>
            <a:gdLst/>
            <a:ahLst/>
            <a:cxnLst/>
            <a:rect r="r" b="b" t="t" l="l"/>
            <a:pathLst>
              <a:path h="6286050" w="6286050">
                <a:moveTo>
                  <a:pt x="0" y="0"/>
                </a:moveTo>
                <a:lnTo>
                  <a:pt x="6286050" y="0"/>
                </a:lnTo>
                <a:lnTo>
                  <a:pt x="6286050" y="6286050"/>
                </a:lnTo>
                <a:lnTo>
                  <a:pt x="0" y="62860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dash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5678564">
            <a:off x="-2788436" y="5810762"/>
            <a:ext cx="6489801" cy="5118831"/>
          </a:xfrm>
          <a:custGeom>
            <a:avLst/>
            <a:gdLst/>
            <a:ahLst/>
            <a:cxnLst/>
            <a:rect r="r" b="b" t="t" l="l"/>
            <a:pathLst>
              <a:path h="5118831" w="6489801">
                <a:moveTo>
                  <a:pt x="0" y="0"/>
                </a:moveTo>
                <a:lnTo>
                  <a:pt x="6489801" y="0"/>
                </a:lnTo>
                <a:lnTo>
                  <a:pt x="6489801" y="5118831"/>
                </a:lnTo>
                <a:lnTo>
                  <a:pt x="0" y="51188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235641" y="3480258"/>
            <a:ext cx="3496119" cy="1913330"/>
          </a:xfrm>
          <a:custGeom>
            <a:avLst/>
            <a:gdLst/>
            <a:ahLst/>
            <a:cxnLst/>
            <a:rect r="r" b="b" t="t" l="l"/>
            <a:pathLst>
              <a:path h="1913330" w="3496119">
                <a:moveTo>
                  <a:pt x="0" y="0"/>
                </a:moveTo>
                <a:lnTo>
                  <a:pt x="3496119" y="0"/>
                </a:lnTo>
                <a:lnTo>
                  <a:pt x="3496119" y="1913330"/>
                </a:lnTo>
                <a:lnTo>
                  <a:pt x="0" y="19133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123695" y="2901129"/>
            <a:ext cx="3496119" cy="1913330"/>
          </a:xfrm>
          <a:custGeom>
            <a:avLst/>
            <a:gdLst/>
            <a:ahLst/>
            <a:cxnLst/>
            <a:rect r="r" b="b" t="t" l="l"/>
            <a:pathLst>
              <a:path h="1913330" w="3496119">
                <a:moveTo>
                  <a:pt x="0" y="0"/>
                </a:moveTo>
                <a:lnTo>
                  <a:pt x="3496119" y="0"/>
                </a:lnTo>
                <a:lnTo>
                  <a:pt x="3496119" y="1913330"/>
                </a:lnTo>
                <a:lnTo>
                  <a:pt x="0" y="19133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197430" y="-1051470"/>
            <a:ext cx="3837986" cy="4114800"/>
          </a:xfrm>
          <a:custGeom>
            <a:avLst/>
            <a:gdLst/>
            <a:ahLst/>
            <a:cxnLst/>
            <a:rect r="r" b="b" t="t" l="l"/>
            <a:pathLst>
              <a:path h="4114800" w="3837986">
                <a:moveTo>
                  <a:pt x="0" y="0"/>
                </a:moveTo>
                <a:lnTo>
                  <a:pt x="3837987" y="0"/>
                </a:lnTo>
                <a:lnTo>
                  <a:pt x="383798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7249647" y="0"/>
            <a:ext cx="4374613" cy="1752578"/>
            <a:chOff x="0" y="0"/>
            <a:chExt cx="5832817" cy="233677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832817" cy="2336771"/>
            </a:xfrm>
            <a:custGeom>
              <a:avLst/>
              <a:gdLst/>
              <a:ahLst/>
              <a:cxnLst/>
              <a:rect r="r" b="b" t="t" l="l"/>
              <a:pathLst>
                <a:path h="2336771" w="5832817">
                  <a:moveTo>
                    <a:pt x="0" y="0"/>
                  </a:moveTo>
                  <a:lnTo>
                    <a:pt x="5832817" y="0"/>
                  </a:lnTo>
                  <a:lnTo>
                    <a:pt x="5832817" y="2336771"/>
                  </a:lnTo>
                  <a:lnTo>
                    <a:pt x="0" y="23367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546642" y="258187"/>
              <a:ext cx="4846243" cy="17441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307"/>
                </a:lnSpc>
              </a:pPr>
              <a:r>
                <a:rPr lang="en-US" b="true" sz="3791" u="sng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Problem Statement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088207" y="2330557"/>
            <a:ext cx="6447419" cy="3849535"/>
            <a:chOff x="0" y="0"/>
            <a:chExt cx="8596559" cy="513271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596559" cy="5132713"/>
            </a:xfrm>
            <a:custGeom>
              <a:avLst/>
              <a:gdLst/>
              <a:ahLst/>
              <a:cxnLst/>
              <a:rect r="r" b="b" t="t" l="l"/>
              <a:pathLst>
                <a:path h="5132713" w="8596559">
                  <a:moveTo>
                    <a:pt x="0" y="0"/>
                  </a:moveTo>
                  <a:lnTo>
                    <a:pt x="8596559" y="0"/>
                  </a:lnTo>
                  <a:lnTo>
                    <a:pt x="8596559" y="5132713"/>
                  </a:lnTo>
                  <a:lnTo>
                    <a:pt x="0" y="51327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-2663" r="0" b="-266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816827" y="795164"/>
              <a:ext cx="6962904" cy="38329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83"/>
                </a:lnSpc>
              </a:pPr>
              <a:r>
                <a:rPr lang="en-US" sz="205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Our focus is to design a system where the Master UAV classifies whether to execute a task locally or offload it, and if offloading is chosen, uses Deep Reinforcement Learning (DRL) to select the optimal external device for task execution</a:t>
              </a:r>
            </a:p>
            <a:p>
              <a:pPr algn="ctr">
                <a:lnSpc>
                  <a:spcPts val="2883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436953" y="6137210"/>
            <a:ext cx="6110211" cy="3935600"/>
            <a:chOff x="0" y="0"/>
            <a:chExt cx="8146948" cy="524746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46948" cy="5247467"/>
            </a:xfrm>
            <a:custGeom>
              <a:avLst/>
              <a:gdLst/>
              <a:ahLst/>
              <a:cxnLst/>
              <a:rect r="r" b="b" t="t" l="l"/>
              <a:pathLst>
                <a:path h="5247467" w="8146948">
                  <a:moveTo>
                    <a:pt x="0" y="0"/>
                  </a:moveTo>
                  <a:lnTo>
                    <a:pt x="8146948" y="0"/>
                  </a:lnTo>
                  <a:lnTo>
                    <a:pt x="8146948" y="5247467"/>
                  </a:lnTo>
                  <a:lnTo>
                    <a:pt x="0" y="52474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-1210" t="0" r="-121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774106" y="856460"/>
              <a:ext cx="6598736" cy="38371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78"/>
                </a:lnSpc>
              </a:pPr>
              <a:r>
                <a:rPr lang="en-US" sz="277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Reduce the energy consumption and latency</a:t>
              </a:r>
            </a:p>
            <a:p>
              <a:pPr algn="ctr">
                <a:lnSpc>
                  <a:spcPts val="3878"/>
                </a:lnSpc>
              </a:pPr>
              <a:r>
                <a:rPr lang="en-US" sz="277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that is required for </a:t>
              </a:r>
            </a:p>
            <a:p>
              <a:pPr algn="ctr">
                <a:lnSpc>
                  <a:spcPts val="3878"/>
                </a:lnSpc>
              </a:pPr>
              <a:r>
                <a:rPr lang="en-US" sz="277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task offloading and computation. </a:t>
              </a:r>
            </a:p>
            <a:p>
              <a:pPr algn="ctr">
                <a:lnSpc>
                  <a:spcPts val="3878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-722575">
            <a:off x="16604098" y="6417038"/>
            <a:ext cx="6286050" cy="6286050"/>
          </a:xfrm>
          <a:custGeom>
            <a:avLst/>
            <a:gdLst/>
            <a:ahLst/>
            <a:cxnLst/>
            <a:rect r="r" b="b" t="t" l="l"/>
            <a:pathLst>
              <a:path h="6286050" w="6286050">
                <a:moveTo>
                  <a:pt x="0" y="0"/>
                </a:moveTo>
                <a:lnTo>
                  <a:pt x="6286050" y="0"/>
                </a:lnTo>
                <a:lnTo>
                  <a:pt x="6286050" y="6286050"/>
                </a:lnTo>
                <a:lnTo>
                  <a:pt x="0" y="62860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dash"/>
            <a:miter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801374">
            <a:off x="13624820" y="8046850"/>
            <a:ext cx="6286050" cy="6286050"/>
          </a:xfrm>
          <a:custGeom>
            <a:avLst/>
            <a:gdLst/>
            <a:ahLst/>
            <a:cxnLst/>
            <a:rect r="r" b="b" t="t" l="l"/>
            <a:pathLst>
              <a:path h="6286050" w="6286050">
                <a:moveTo>
                  <a:pt x="0" y="0"/>
                </a:moveTo>
                <a:lnTo>
                  <a:pt x="6286050" y="0"/>
                </a:lnTo>
                <a:lnTo>
                  <a:pt x="6286050" y="6286050"/>
                </a:lnTo>
                <a:lnTo>
                  <a:pt x="0" y="62860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767845" y="5290302"/>
            <a:ext cx="3496119" cy="1913330"/>
          </a:xfrm>
          <a:custGeom>
            <a:avLst/>
            <a:gdLst/>
            <a:ahLst/>
            <a:cxnLst/>
            <a:rect r="r" b="b" t="t" l="l"/>
            <a:pathLst>
              <a:path h="1913330" w="3496119">
                <a:moveTo>
                  <a:pt x="0" y="0"/>
                </a:moveTo>
                <a:lnTo>
                  <a:pt x="3496119" y="0"/>
                </a:lnTo>
                <a:lnTo>
                  <a:pt x="3496119" y="1913330"/>
                </a:lnTo>
                <a:lnTo>
                  <a:pt x="0" y="19133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709824" y="-803069"/>
            <a:ext cx="4572281" cy="1831769"/>
            <a:chOff x="0" y="0"/>
            <a:chExt cx="6096375" cy="244235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96375" cy="2442359"/>
            </a:xfrm>
            <a:custGeom>
              <a:avLst/>
              <a:gdLst/>
              <a:ahLst/>
              <a:cxnLst/>
              <a:rect r="r" b="b" t="t" l="l"/>
              <a:pathLst>
                <a:path h="2442359" w="6096375">
                  <a:moveTo>
                    <a:pt x="0" y="0"/>
                  </a:moveTo>
                  <a:lnTo>
                    <a:pt x="6096375" y="0"/>
                  </a:lnTo>
                  <a:lnTo>
                    <a:pt x="6096375" y="2442359"/>
                  </a:lnTo>
                  <a:lnTo>
                    <a:pt x="0" y="24423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367385" y="1006072"/>
              <a:ext cx="5310970" cy="8125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151"/>
                </a:lnSpc>
              </a:pPr>
              <a:r>
                <a:rPr lang="en-US" b="true" sz="3679" u="sng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Basic Diagram 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-3636985" y="-3715103"/>
            <a:ext cx="7806543" cy="8010445"/>
          </a:xfrm>
          <a:custGeom>
            <a:avLst/>
            <a:gdLst/>
            <a:ahLst/>
            <a:cxnLst/>
            <a:rect r="r" b="b" t="t" l="l"/>
            <a:pathLst>
              <a:path h="8010445" w="7806543">
                <a:moveTo>
                  <a:pt x="0" y="0"/>
                </a:moveTo>
                <a:lnTo>
                  <a:pt x="7806543" y="0"/>
                </a:lnTo>
                <a:lnTo>
                  <a:pt x="7806543" y="8010445"/>
                </a:lnTo>
                <a:lnTo>
                  <a:pt x="0" y="80104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6525670">
            <a:off x="15417224" y="-835975"/>
            <a:ext cx="4686313" cy="3696330"/>
          </a:xfrm>
          <a:custGeom>
            <a:avLst/>
            <a:gdLst/>
            <a:ahLst/>
            <a:cxnLst/>
            <a:rect r="r" b="b" t="t" l="l"/>
            <a:pathLst>
              <a:path h="3696330" w="4686313">
                <a:moveTo>
                  <a:pt x="0" y="0"/>
                </a:moveTo>
                <a:lnTo>
                  <a:pt x="4686313" y="0"/>
                </a:lnTo>
                <a:lnTo>
                  <a:pt x="4686313" y="3696330"/>
                </a:lnTo>
                <a:lnTo>
                  <a:pt x="0" y="369633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6525670">
            <a:off x="-1411343" y="7233635"/>
            <a:ext cx="4686313" cy="3696330"/>
          </a:xfrm>
          <a:custGeom>
            <a:avLst/>
            <a:gdLst/>
            <a:ahLst/>
            <a:cxnLst/>
            <a:rect r="r" b="b" t="t" l="l"/>
            <a:pathLst>
              <a:path h="3696330" w="4686313">
                <a:moveTo>
                  <a:pt x="0" y="0"/>
                </a:moveTo>
                <a:lnTo>
                  <a:pt x="4686313" y="0"/>
                </a:lnTo>
                <a:lnTo>
                  <a:pt x="4686313" y="3696330"/>
                </a:lnTo>
                <a:lnTo>
                  <a:pt x="0" y="369633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7672784" y="1406913"/>
            <a:ext cx="2942433" cy="1845708"/>
            <a:chOff x="0" y="0"/>
            <a:chExt cx="3923244" cy="246094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923244" cy="2460944"/>
            </a:xfrm>
            <a:custGeom>
              <a:avLst/>
              <a:gdLst/>
              <a:ahLst/>
              <a:cxnLst/>
              <a:rect r="r" b="b" t="t" l="l"/>
              <a:pathLst>
                <a:path h="2460944" w="3923244">
                  <a:moveTo>
                    <a:pt x="0" y="0"/>
                  </a:moveTo>
                  <a:lnTo>
                    <a:pt x="3923244" y="0"/>
                  </a:lnTo>
                  <a:lnTo>
                    <a:pt x="3923244" y="2460944"/>
                  </a:lnTo>
                  <a:lnTo>
                    <a:pt x="0" y="2460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338006" y="821320"/>
              <a:ext cx="3247231" cy="7516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Agent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698341" y="4661677"/>
            <a:ext cx="2942433" cy="1845708"/>
            <a:chOff x="0" y="0"/>
            <a:chExt cx="3923244" cy="246094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923244" cy="2460944"/>
            </a:xfrm>
            <a:custGeom>
              <a:avLst/>
              <a:gdLst/>
              <a:ahLst/>
              <a:cxnLst/>
              <a:rect r="r" b="b" t="t" l="l"/>
              <a:pathLst>
                <a:path h="2460944" w="3923244">
                  <a:moveTo>
                    <a:pt x="0" y="0"/>
                  </a:moveTo>
                  <a:lnTo>
                    <a:pt x="3923244" y="0"/>
                  </a:lnTo>
                  <a:lnTo>
                    <a:pt x="3923244" y="2460944"/>
                  </a:lnTo>
                  <a:lnTo>
                    <a:pt x="0" y="2460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333244" y="821320"/>
              <a:ext cx="3256756" cy="7516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59"/>
                </a:lnSpc>
                <a:spcBef>
                  <a:spcPct val="0"/>
                </a:spcBef>
              </a:pPr>
              <a:r>
                <a:rPr lang="en-US" sz="33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State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593516" y="7705743"/>
            <a:ext cx="3261167" cy="1785087"/>
            <a:chOff x="0" y="0"/>
            <a:chExt cx="4348223" cy="238011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348223" cy="2380116"/>
            </a:xfrm>
            <a:custGeom>
              <a:avLst/>
              <a:gdLst/>
              <a:ahLst/>
              <a:cxnLst/>
              <a:rect r="r" b="b" t="t" l="l"/>
              <a:pathLst>
                <a:path h="2380116" w="4348223">
                  <a:moveTo>
                    <a:pt x="0" y="0"/>
                  </a:moveTo>
                  <a:lnTo>
                    <a:pt x="4348223" y="0"/>
                  </a:lnTo>
                  <a:lnTo>
                    <a:pt x="4348223" y="2380116"/>
                  </a:lnTo>
                  <a:lnTo>
                    <a:pt x="0" y="23801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-7298" r="0" b="-729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374620" y="792155"/>
              <a:ext cx="3598983" cy="7291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03"/>
                </a:lnSpc>
              </a:pPr>
              <a:r>
                <a:rPr lang="en-US" sz="3288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Environment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831080" y="4661677"/>
            <a:ext cx="2942433" cy="1845708"/>
            <a:chOff x="0" y="0"/>
            <a:chExt cx="3923244" cy="246094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923244" cy="2460944"/>
            </a:xfrm>
            <a:custGeom>
              <a:avLst/>
              <a:gdLst/>
              <a:ahLst/>
              <a:cxnLst/>
              <a:rect r="r" b="b" t="t" l="l"/>
              <a:pathLst>
                <a:path h="2460944" w="3923244">
                  <a:moveTo>
                    <a:pt x="0" y="0"/>
                  </a:moveTo>
                  <a:lnTo>
                    <a:pt x="3923244" y="0"/>
                  </a:lnTo>
                  <a:lnTo>
                    <a:pt x="3923244" y="2460944"/>
                  </a:lnTo>
                  <a:lnTo>
                    <a:pt x="0" y="2460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333244" y="821320"/>
              <a:ext cx="3256756" cy="7516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59"/>
                </a:lnSpc>
                <a:spcBef>
                  <a:spcPct val="0"/>
                </a:spcBef>
              </a:pPr>
              <a:r>
                <a:rPr lang="en-US" sz="33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Action</a:t>
              </a: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1480942">
            <a:off x="10746699" y="2367949"/>
            <a:ext cx="3510298" cy="1397737"/>
          </a:xfrm>
          <a:custGeom>
            <a:avLst/>
            <a:gdLst/>
            <a:ahLst/>
            <a:cxnLst/>
            <a:rect r="r" b="b" t="t" l="l"/>
            <a:pathLst>
              <a:path h="1397737" w="3510298">
                <a:moveTo>
                  <a:pt x="0" y="0"/>
                </a:moveTo>
                <a:lnTo>
                  <a:pt x="3510298" y="0"/>
                </a:lnTo>
                <a:lnTo>
                  <a:pt x="3510298" y="1397737"/>
                </a:lnTo>
                <a:lnTo>
                  <a:pt x="0" y="139773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7703103">
            <a:off x="10926270" y="6994630"/>
            <a:ext cx="3492935" cy="1390823"/>
          </a:xfrm>
          <a:custGeom>
            <a:avLst/>
            <a:gdLst/>
            <a:ahLst/>
            <a:cxnLst/>
            <a:rect r="r" b="b" t="t" l="l"/>
            <a:pathLst>
              <a:path h="1390823" w="3492935">
                <a:moveTo>
                  <a:pt x="0" y="0"/>
                </a:moveTo>
                <a:lnTo>
                  <a:pt x="3492934" y="0"/>
                </a:lnTo>
                <a:lnTo>
                  <a:pt x="3492934" y="1390823"/>
                </a:lnTo>
                <a:lnTo>
                  <a:pt x="0" y="139082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-9218300">
            <a:off x="4081312" y="7135268"/>
            <a:ext cx="3118924" cy="1241899"/>
          </a:xfrm>
          <a:custGeom>
            <a:avLst/>
            <a:gdLst/>
            <a:ahLst/>
            <a:cxnLst/>
            <a:rect r="r" b="b" t="t" l="l"/>
            <a:pathLst>
              <a:path h="1241899" w="3118924">
                <a:moveTo>
                  <a:pt x="0" y="0"/>
                </a:moveTo>
                <a:lnTo>
                  <a:pt x="3118924" y="0"/>
                </a:lnTo>
                <a:lnTo>
                  <a:pt x="3118924" y="1241899"/>
                </a:lnTo>
                <a:lnTo>
                  <a:pt x="0" y="124189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-2628129">
            <a:off x="4172975" y="2410827"/>
            <a:ext cx="3267467" cy="1301046"/>
          </a:xfrm>
          <a:custGeom>
            <a:avLst/>
            <a:gdLst/>
            <a:ahLst/>
            <a:cxnLst/>
            <a:rect r="r" b="b" t="t" l="l"/>
            <a:pathLst>
              <a:path h="1301046" w="3267467">
                <a:moveTo>
                  <a:pt x="0" y="0"/>
                </a:moveTo>
                <a:lnTo>
                  <a:pt x="3267468" y="0"/>
                </a:lnTo>
                <a:lnTo>
                  <a:pt x="3267468" y="1301046"/>
                </a:lnTo>
                <a:lnTo>
                  <a:pt x="0" y="130104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-3922234">
            <a:off x="6480620" y="4321089"/>
            <a:ext cx="4536740" cy="1938425"/>
          </a:xfrm>
          <a:custGeom>
            <a:avLst/>
            <a:gdLst/>
            <a:ahLst/>
            <a:cxnLst/>
            <a:rect r="r" b="b" t="t" l="l"/>
            <a:pathLst>
              <a:path h="1938425" w="4536740">
                <a:moveTo>
                  <a:pt x="0" y="0"/>
                </a:moveTo>
                <a:lnTo>
                  <a:pt x="4536740" y="0"/>
                </a:lnTo>
                <a:lnTo>
                  <a:pt x="4536740" y="1938425"/>
                </a:lnTo>
                <a:lnTo>
                  <a:pt x="0" y="1938425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7847190" y="6033945"/>
            <a:ext cx="2297549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Reward(Rt)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525670">
            <a:off x="-1314457" y="7410135"/>
            <a:ext cx="4686313" cy="3696330"/>
          </a:xfrm>
          <a:custGeom>
            <a:avLst/>
            <a:gdLst/>
            <a:ahLst/>
            <a:cxnLst/>
            <a:rect r="r" b="b" t="t" l="l"/>
            <a:pathLst>
              <a:path h="3696330" w="4686313">
                <a:moveTo>
                  <a:pt x="0" y="0"/>
                </a:moveTo>
                <a:lnTo>
                  <a:pt x="4686314" y="0"/>
                </a:lnTo>
                <a:lnTo>
                  <a:pt x="4686314" y="3696330"/>
                </a:lnTo>
                <a:lnTo>
                  <a:pt x="0" y="36963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801374">
            <a:off x="13624820" y="8046850"/>
            <a:ext cx="6286050" cy="6286050"/>
          </a:xfrm>
          <a:custGeom>
            <a:avLst/>
            <a:gdLst/>
            <a:ahLst/>
            <a:cxnLst/>
            <a:rect r="r" b="b" t="t" l="l"/>
            <a:pathLst>
              <a:path h="6286050" w="6286050">
                <a:moveTo>
                  <a:pt x="0" y="0"/>
                </a:moveTo>
                <a:lnTo>
                  <a:pt x="6286050" y="0"/>
                </a:lnTo>
                <a:lnTo>
                  <a:pt x="6286050" y="6286050"/>
                </a:lnTo>
                <a:lnTo>
                  <a:pt x="0" y="62860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274260" y="-4409425"/>
            <a:ext cx="7806543" cy="8010445"/>
          </a:xfrm>
          <a:custGeom>
            <a:avLst/>
            <a:gdLst/>
            <a:ahLst/>
            <a:cxnLst/>
            <a:rect r="r" b="b" t="t" l="l"/>
            <a:pathLst>
              <a:path h="8010445" w="7806543">
                <a:moveTo>
                  <a:pt x="0" y="0"/>
                </a:moveTo>
                <a:lnTo>
                  <a:pt x="7806543" y="0"/>
                </a:lnTo>
                <a:lnTo>
                  <a:pt x="7806543" y="8010445"/>
                </a:lnTo>
                <a:lnTo>
                  <a:pt x="0" y="80104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6525670">
            <a:off x="15340077" y="-1060218"/>
            <a:ext cx="4686313" cy="3696330"/>
          </a:xfrm>
          <a:custGeom>
            <a:avLst/>
            <a:gdLst/>
            <a:ahLst/>
            <a:cxnLst/>
            <a:rect r="r" b="b" t="t" l="l"/>
            <a:pathLst>
              <a:path h="3696330" w="4686313">
                <a:moveTo>
                  <a:pt x="0" y="0"/>
                </a:moveTo>
                <a:lnTo>
                  <a:pt x="4686314" y="0"/>
                </a:lnTo>
                <a:lnTo>
                  <a:pt x="4686314" y="3696330"/>
                </a:lnTo>
                <a:lnTo>
                  <a:pt x="0" y="36963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327901" y="3684664"/>
            <a:ext cx="3545458" cy="2229650"/>
          </a:xfrm>
          <a:custGeom>
            <a:avLst/>
            <a:gdLst/>
            <a:ahLst/>
            <a:cxnLst/>
            <a:rect r="r" b="b" t="t" l="l"/>
            <a:pathLst>
              <a:path h="2229650" w="3545458">
                <a:moveTo>
                  <a:pt x="0" y="0"/>
                </a:moveTo>
                <a:lnTo>
                  <a:pt x="3545457" y="0"/>
                </a:lnTo>
                <a:lnTo>
                  <a:pt x="3545457" y="2229650"/>
                </a:lnTo>
                <a:lnTo>
                  <a:pt x="0" y="22296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907951" y="1058992"/>
            <a:ext cx="4213451" cy="2542028"/>
          </a:xfrm>
          <a:custGeom>
            <a:avLst/>
            <a:gdLst/>
            <a:ahLst/>
            <a:cxnLst/>
            <a:rect r="r" b="b" t="t" l="l"/>
            <a:pathLst>
              <a:path h="2542028" w="4213451">
                <a:moveTo>
                  <a:pt x="0" y="0"/>
                </a:moveTo>
                <a:lnTo>
                  <a:pt x="4213451" y="0"/>
                </a:lnTo>
                <a:lnTo>
                  <a:pt x="4213451" y="2542028"/>
                </a:lnTo>
                <a:lnTo>
                  <a:pt x="0" y="254202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020512" y="4576440"/>
            <a:ext cx="2307389" cy="688021"/>
          </a:xfrm>
          <a:custGeom>
            <a:avLst/>
            <a:gdLst/>
            <a:ahLst/>
            <a:cxnLst/>
            <a:rect r="r" b="b" t="t" l="l"/>
            <a:pathLst>
              <a:path h="688021" w="2307389">
                <a:moveTo>
                  <a:pt x="0" y="0"/>
                </a:moveTo>
                <a:lnTo>
                  <a:pt x="2307389" y="0"/>
                </a:lnTo>
                <a:lnTo>
                  <a:pt x="2307389" y="688021"/>
                </a:lnTo>
                <a:lnTo>
                  <a:pt x="0" y="68802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169208">
            <a:off x="8986743" y="3207870"/>
            <a:ext cx="2636982" cy="786300"/>
          </a:xfrm>
          <a:custGeom>
            <a:avLst/>
            <a:gdLst/>
            <a:ahLst/>
            <a:cxnLst/>
            <a:rect r="r" b="b" t="t" l="l"/>
            <a:pathLst>
              <a:path h="786300" w="2636982">
                <a:moveTo>
                  <a:pt x="0" y="0"/>
                </a:moveTo>
                <a:lnTo>
                  <a:pt x="2636982" y="0"/>
                </a:lnTo>
                <a:lnTo>
                  <a:pt x="2636982" y="786300"/>
                </a:lnTo>
                <a:lnTo>
                  <a:pt x="0" y="7863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286555" y="7753869"/>
            <a:ext cx="1418561" cy="1408245"/>
          </a:xfrm>
          <a:custGeom>
            <a:avLst/>
            <a:gdLst/>
            <a:ahLst/>
            <a:cxnLst/>
            <a:rect r="r" b="b" t="t" l="l"/>
            <a:pathLst>
              <a:path h="1408245" w="1418561">
                <a:moveTo>
                  <a:pt x="0" y="0"/>
                </a:moveTo>
                <a:lnTo>
                  <a:pt x="1418561" y="0"/>
                </a:lnTo>
                <a:lnTo>
                  <a:pt x="1418561" y="1408245"/>
                </a:lnTo>
                <a:lnTo>
                  <a:pt x="0" y="140824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664766" y="7647654"/>
            <a:ext cx="1280937" cy="1271621"/>
          </a:xfrm>
          <a:custGeom>
            <a:avLst/>
            <a:gdLst/>
            <a:ahLst/>
            <a:cxnLst/>
            <a:rect r="r" b="b" t="t" l="l"/>
            <a:pathLst>
              <a:path h="1271621" w="1280937">
                <a:moveTo>
                  <a:pt x="0" y="0"/>
                </a:moveTo>
                <a:lnTo>
                  <a:pt x="1280936" y="0"/>
                </a:lnTo>
                <a:lnTo>
                  <a:pt x="1280936" y="1271621"/>
                </a:lnTo>
                <a:lnTo>
                  <a:pt x="0" y="127162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8100000">
            <a:off x="4105670" y="6453004"/>
            <a:ext cx="1670663" cy="498161"/>
          </a:xfrm>
          <a:custGeom>
            <a:avLst/>
            <a:gdLst/>
            <a:ahLst/>
            <a:cxnLst/>
            <a:rect r="r" b="b" t="t" l="l"/>
            <a:pathLst>
              <a:path h="498161" w="1670663">
                <a:moveTo>
                  <a:pt x="0" y="0"/>
                </a:moveTo>
                <a:lnTo>
                  <a:pt x="1670663" y="0"/>
                </a:lnTo>
                <a:lnTo>
                  <a:pt x="1670663" y="498161"/>
                </a:lnTo>
                <a:lnTo>
                  <a:pt x="0" y="49816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2584577">
            <a:off x="8308668" y="6414769"/>
            <a:ext cx="1670663" cy="498161"/>
          </a:xfrm>
          <a:custGeom>
            <a:avLst/>
            <a:gdLst/>
            <a:ahLst/>
            <a:cxnLst/>
            <a:rect r="r" b="b" t="t" l="l"/>
            <a:pathLst>
              <a:path h="498161" w="1670663">
                <a:moveTo>
                  <a:pt x="0" y="0"/>
                </a:moveTo>
                <a:lnTo>
                  <a:pt x="1670664" y="0"/>
                </a:lnTo>
                <a:lnTo>
                  <a:pt x="1670664" y="498161"/>
                </a:lnTo>
                <a:lnTo>
                  <a:pt x="0" y="49816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5283149">
            <a:off x="6118674" y="6531590"/>
            <a:ext cx="1353034" cy="403450"/>
          </a:xfrm>
          <a:custGeom>
            <a:avLst/>
            <a:gdLst/>
            <a:ahLst/>
            <a:cxnLst/>
            <a:rect r="r" b="b" t="t" l="l"/>
            <a:pathLst>
              <a:path h="403450" w="1353034">
                <a:moveTo>
                  <a:pt x="0" y="0"/>
                </a:moveTo>
                <a:lnTo>
                  <a:pt x="1353034" y="0"/>
                </a:lnTo>
                <a:lnTo>
                  <a:pt x="1353034" y="403450"/>
                </a:lnTo>
                <a:lnTo>
                  <a:pt x="0" y="40345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670619" y="4059325"/>
            <a:ext cx="5039747" cy="1154560"/>
          </a:xfrm>
          <a:custGeom>
            <a:avLst/>
            <a:gdLst/>
            <a:ahLst/>
            <a:cxnLst/>
            <a:rect r="r" b="b" t="t" l="l"/>
            <a:pathLst>
              <a:path h="1154560" w="5039747">
                <a:moveTo>
                  <a:pt x="0" y="0"/>
                </a:moveTo>
                <a:lnTo>
                  <a:pt x="5039747" y="0"/>
                </a:lnTo>
                <a:lnTo>
                  <a:pt x="5039747" y="1154561"/>
                </a:lnTo>
                <a:lnTo>
                  <a:pt x="0" y="115456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814963" y="4509765"/>
            <a:ext cx="4409654" cy="604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1"/>
              </a:lnSpc>
              <a:spcBef>
                <a:spcPct val="0"/>
              </a:spcBef>
            </a:pPr>
            <a:r>
              <a:rPr lang="en-US" b="true" sz="357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Master UAV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-10800000">
            <a:off x="8971978" y="4337269"/>
            <a:ext cx="2307389" cy="688021"/>
          </a:xfrm>
          <a:custGeom>
            <a:avLst/>
            <a:gdLst/>
            <a:ahLst/>
            <a:cxnLst/>
            <a:rect r="r" b="b" t="t" l="l"/>
            <a:pathLst>
              <a:path h="688021" w="2307389">
                <a:moveTo>
                  <a:pt x="0" y="0"/>
                </a:moveTo>
                <a:lnTo>
                  <a:pt x="2307389" y="0"/>
                </a:lnTo>
                <a:lnTo>
                  <a:pt x="2307389" y="688021"/>
                </a:lnTo>
                <a:lnTo>
                  <a:pt x="0" y="68802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2130659" y="6101706"/>
            <a:ext cx="2824025" cy="1545948"/>
          </a:xfrm>
          <a:custGeom>
            <a:avLst/>
            <a:gdLst/>
            <a:ahLst/>
            <a:cxnLst/>
            <a:rect r="r" b="b" t="t" l="l"/>
            <a:pathLst>
              <a:path h="1545948" w="2824025">
                <a:moveTo>
                  <a:pt x="0" y="0"/>
                </a:moveTo>
                <a:lnTo>
                  <a:pt x="2824025" y="0"/>
                </a:lnTo>
                <a:lnTo>
                  <a:pt x="2824025" y="1545948"/>
                </a:lnTo>
                <a:lnTo>
                  <a:pt x="0" y="1545948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-2753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531615" y="4241985"/>
            <a:ext cx="2307502" cy="1206823"/>
            <a:chOff x="0" y="0"/>
            <a:chExt cx="3076669" cy="160909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076669" cy="1609098"/>
            </a:xfrm>
            <a:custGeom>
              <a:avLst/>
              <a:gdLst/>
              <a:ahLst/>
              <a:cxnLst/>
              <a:rect r="r" b="b" t="t" l="l"/>
              <a:pathLst>
                <a:path h="1609098" w="3076669">
                  <a:moveTo>
                    <a:pt x="0" y="0"/>
                  </a:moveTo>
                  <a:lnTo>
                    <a:pt x="3076669" y="0"/>
                  </a:lnTo>
                  <a:lnTo>
                    <a:pt x="3076669" y="1609098"/>
                  </a:lnTo>
                  <a:lnTo>
                    <a:pt x="0" y="16090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440169" y="191716"/>
              <a:ext cx="1802100" cy="11089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997"/>
                </a:lnSpc>
                <a:spcBef>
                  <a:spcPct val="0"/>
                </a:spcBef>
              </a:pPr>
              <a:r>
                <a:rPr lang="en-US" b="true" sz="4997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Task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2536522" y="2253806"/>
            <a:ext cx="3144689" cy="661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63"/>
              </a:lnSpc>
              <a:spcBef>
                <a:spcPct val="0"/>
              </a:spcBef>
            </a:pPr>
            <a:r>
              <a:rPr lang="en-US" b="true" sz="390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Cloud Server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3134298" y="7593247"/>
            <a:ext cx="1335742" cy="1326028"/>
            <a:chOff x="0" y="0"/>
            <a:chExt cx="1780990" cy="176803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780990" cy="1768037"/>
            </a:xfrm>
            <a:custGeom>
              <a:avLst/>
              <a:gdLst/>
              <a:ahLst/>
              <a:cxnLst/>
              <a:rect r="r" b="b" t="t" l="l"/>
              <a:pathLst>
                <a:path h="1768037" w="1780990">
                  <a:moveTo>
                    <a:pt x="0" y="0"/>
                  </a:moveTo>
                  <a:lnTo>
                    <a:pt x="1780990" y="0"/>
                  </a:lnTo>
                  <a:lnTo>
                    <a:pt x="1780990" y="1768037"/>
                  </a:lnTo>
                  <a:lnTo>
                    <a:pt x="0" y="17680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293933" y="611381"/>
              <a:ext cx="1187637" cy="600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85"/>
                </a:lnSpc>
                <a:spcBef>
                  <a:spcPct val="0"/>
                </a:spcBef>
              </a:pPr>
              <a:r>
                <a:rPr lang="en-US" b="true" sz="2704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UAV1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6546022" y="8208028"/>
            <a:ext cx="899627" cy="464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UAV2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926678" y="8074229"/>
            <a:ext cx="826406" cy="405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2"/>
              </a:lnSpc>
              <a:spcBef>
                <a:spcPct val="0"/>
              </a:spcBef>
            </a:pPr>
            <a:r>
              <a:rPr lang="en-US" b="true" sz="243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UAVn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705116" y="7533354"/>
            <a:ext cx="1226001" cy="973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11"/>
              </a:lnSpc>
              <a:spcBef>
                <a:spcPct val="0"/>
              </a:spcBef>
            </a:pPr>
            <a:r>
              <a:rPr lang="en-US" sz="565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....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519100" y="4354335"/>
            <a:ext cx="5248745" cy="950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8"/>
              </a:lnSpc>
            </a:pPr>
            <a:r>
              <a:rPr lang="en-US" sz="272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Classification and</a:t>
            </a:r>
            <a:r>
              <a:rPr lang="en-US" sz="272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DRL</a:t>
            </a:r>
          </a:p>
          <a:p>
            <a:pPr algn="ctr">
              <a:lnSpc>
                <a:spcPts val="3818"/>
              </a:lnSpc>
              <a:spcBef>
                <a:spcPct val="0"/>
              </a:spcBef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12470015" y="6628695"/>
            <a:ext cx="2145314" cy="486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8"/>
              </a:lnSpc>
              <a:spcBef>
                <a:spcPct val="0"/>
              </a:spcBef>
            </a:pPr>
            <a:r>
              <a:rPr lang="en-US" b="true" sz="292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IOT Devices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1240600">
            <a:off x="9090116" y="5672034"/>
            <a:ext cx="2537379" cy="756600"/>
          </a:xfrm>
          <a:custGeom>
            <a:avLst/>
            <a:gdLst/>
            <a:ahLst/>
            <a:cxnLst/>
            <a:rect r="r" b="b" t="t" l="l"/>
            <a:pathLst>
              <a:path h="756600" w="2537379">
                <a:moveTo>
                  <a:pt x="0" y="0"/>
                </a:moveTo>
                <a:lnTo>
                  <a:pt x="2537378" y="0"/>
                </a:lnTo>
                <a:lnTo>
                  <a:pt x="2537378" y="756600"/>
                </a:lnTo>
                <a:lnTo>
                  <a:pt x="0" y="7566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4934167" y="175092"/>
            <a:ext cx="5371067" cy="2060217"/>
            <a:chOff x="0" y="0"/>
            <a:chExt cx="7161422" cy="274695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161422" cy="2746956"/>
            </a:xfrm>
            <a:custGeom>
              <a:avLst/>
              <a:gdLst/>
              <a:ahLst/>
              <a:cxnLst/>
              <a:rect r="r" b="b" t="t" l="l"/>
              <a:pathLst>
                <a:path h="2746956" w="7161422">
                  <a:moveTo>
                    <a:pt x="0" y="0"/>
                  </a:moveTo>
                  <a:lnTo>
                    <a:pt x="7161422" y="0"/>
                  </a:lnTo>
                  <a:lnTo>
                    <a:pt x="7161422" y="2746956"/>
                  </a:lnTo>
                  <a:lnTo>
                    <a:pt x="0" y="27469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 l="0" t="-2222" r="0" b="-222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 rot="0">
              <a:off x="633599" y="910899"/>
              <a:ext cx="5894224" cy="8489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330"/>
                </a:lnSpc>
              </a:pPr>
              <a:r>
                <a:rPr lang="en-US" sz="3807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Diagram Overview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531804" y="325374"/>
            <a:ext cx="5371067" cy="2151782"/>
            <a:chOff x="0" y="0"/>
            <a:chExt cx="7161422" cy="28690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61422" cy="2869043"/>
            </a:xfrm>
            <a:custGeom>
              <a:avLst/>
              <a:gdLst/>
              <a:ahLst/>
              <a:cxnLst/>
              <a:rect r="r" b="b" t="t" l="l"/>
              <a:pathLst>
                <a:path h="2869043" w="7161422">
                  <a:moveTo>
                    <a:pt x="0" y="0"/>
                  </a:moveTo>
                  <a:lnTo>
                    <a:pt x="7161422" y="0"/>
                  </a:lnTo>
                  <a:lnTo>
                    <a:pt x="7161422" y="2869043"/>
                  </a:lnTo>
                  <a:lnTo>
                    <a:pt x="0" y="2869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633599" y="901374"/>
              <a:ext cx="5894224" cy="9805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170"/>
                </a:lnSpc>
              </a:pPr>
              <a:r>
                <a:rPr lang="en-US" sz="4407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Implementation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25099" y="4478616"/>
            <a:ext cx="3659618" cy="1312247"/>
            <a:chOff x="0" y="0"/>
            <a:chExt cx="4879491" cy="1749662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4854077" cy="1749662"/>
              <a:chOff x="0" y="0"/>
              <a:chExt cx="1232213" cy="44415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232213" cy="444154"/>
              </a:xfrm>
              <a:custGeom>
                <a:avLst/>
                <a:gdLst/>
                <a:ahLst/>
                <a:cxnLst/>
                <a:rect r="r" b="b" t="t" l="l"/>
                <a:pathLst>
                  <a:path h="444154" w="1232213">
                    <a:moveTo>
                      <a:pt x="84393" y="0"/>
                    </a:moveTo>
                    <a:lnTo>
                      <a:pt x="1147820" y="0"/>
                    </a:lnTo>
                    <a:cubicBezTo>
                      <a:pt x="1194429" y="0"/>
                      <a:pt x="1232213" y="37784"/>
                      <a:pt x="1232213" y="84393"/>
                    </a:cubicBezTo>
                    <a:lnTo>
                      <a:pt x="1232213" y="359761"/>
                    </a:lnTo>
                    <a:cubicBezTo>
                      <a:pt x="1232213" y="406370"/>
                      <a:pt x="1194429" y="444154"/>
                      <a:pt x="1147820" y="444154"/>
                    </a:cubicBezTo>
                    <a:lnTo>
                      <a:pt x="84393" y="444154"/>
                    </a:lnTo>
                    <a:cubicBezTo>
                      <a:pt x="37784" y="444154"/>
                      <a:pt x="0" y="406370"/>
                      <a:pt x="0" y="359761"/>
                    </a:cubicBezTo>
                    <a:lnTo>
                      <a:pt x="0" y="84393"/>
                    </a:lnTo>
                    <a:cubicBezTo>
                      <a:pt x="0" y="37784"/>
                      <a:pt x="37784" y="0"/>
                      <a:pt x="84393" y="0"/>
                    </a:cubicBezTo>
                    <a:close/>
                  </a:path>
                </a:pathLst>
              </a:custGeom>
              <a:solidFill>
                <a:srgbClr val="7ED957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1232213" cy="48225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131888" y="239894"/>
              <a:ext cx="4747603" cy="5901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03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308627" y="5166802"/>
            <a:ext cx="3186744" cy="1174690"/>
            <a:chOff x="0" y="0"/>
            <a:chExt cx="4248991" cy="1566254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4248915" cy="1566254"/>
              <a:chOff x="0" y="0"/>
              <a:chExt cx="1204895" cy="444154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204895" cy="444154"/>
              </a:xfrm>
              <a:custGeom>
                <a:avLst/>
                <a:gdLst/>
                <a:ahLst/>
                <a:cxnLst/>
                <a:rect r="r" b="b" t="t" l="l"/>
                <a:pathLst>
                  <a:path h="444154" w="1204895">
                    <a:moveTo>
                      <a:pt x="86306" y="0"/>
                    </a:moveTo>
                    <a:lnTo>
                      <a:pt x="1118589" y="0"/>
                    </a:lnTo>
                    <a:cubicBezTo>
                      <a:pt x="1141479" y="0"/>
                      <a:pt x="1163431" y="9093"/>
                      <a:pt x="1179617" y="25279"/>
                    </a:cubicBezTo>
                    <a:cubicBezTo>
                      <a:pt x="1195802" y="41464"/>
                      <a:pt x="1204895" y="63417"/>
                      <a:pt x="1204895" y="86306"/>
                    </a:cubicBezTo>
                    <a:lnTo>
                      <a:pt x="1204895" y="357847"/>
                    </a:lnTo>
                    <a:cubicBezTo>
                      <a:pt x="1204895" y="380737"/>
                      <a:pt x="1195802" y="402690"/>
                      <a:pt x="1179617" y="418875"/>
                    </a:cubicBezTo>
                    <a:cubicBezTo>
                      <a:pt x="1163431" y="435061"/>
                      <a:pt x="1141479" y="444154"/>
                      <a:pt x="1118589" y="444154"/>
                    </a:cubicBezTo>
                    <a:lnTo>
                      <a:pt x="86306" y="444154"/>
                    </a:lnTo>
                    <a:cubicBezTo>
                      <a:pt x="38641" y="444154"/>
                      <a:pt x="0" y="405513"/>
                      <a:pt x="0" y="357847"/>
                    </a:cubicBezTo>
                    <a:lnTo>
                      <a:pt x="0" y="86306"/>
                    </a:lnTo>
                    <a:cubicBezTo>
                      <a:pt x="0" y="63417"/>
                      <a:pt x="9093" y="41464"/>
                      <a:pt x="25279" y="25279"/>
                    </a:cubicBezTo>
                    <a:cubicBezTo>
                      <a:pt x="41464" y="9093"/>
                      <a:pt x="63417" y="0"/>
                      <a:pt x="86306" y="0"/>
                    </a:cubicBezTo>
                    <a:close/>
                  </a:path>
                </a:pathLst>
              </a:custGeom>
              <a:solidFill>
                <a:srgbClr val="7ED957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1204895" cy="48225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233104" y="496943"/>
              <a:ext cx="4015887" cy="5247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15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621779" y="3183342"/>
            <a:ext cx="3568931" cy="1417627"/>
            <a:chOff x="0" y="0"/>
            <a:chExt cx="4758575" cy="1890169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28483" y="0"/>
              <a:ext cx="4730092" cy="1890169"/>
              <a:chOff x="0" y="0"/>
              <a:chExt cx="1603496" cy="640765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603496" cy="640765"/>
              </a:xfrm>
              <a:custGeom>
                <a:avLst/>
                <a:gdLst/>
                <a:ahLst/>
                <a:cxnLst/>
                <a:rect r="r" b="b" t="t" l="l"/>
                <a:pathLst>
                  <a:path h="640765" w="1603496">
                    <a:moveTo>
                      <a:pt x="64852" y="0"/>
                    </a:moveTo>
                    <a:lnTo>
                      <a:pt x="1538643" y="0"/>
                    </a:lnTo>
                    <a:cubicBezTo>
                      <a:pt x="1555843" y="0"/>
                      <a:pt x="1572339" y="6833"/>
                      <a:pt x="1584501" y="18995"/>
                    </a:cubicBezTo>
                    <a:cubicBezTo>
                      <a:pt x="1596663" y="31157"/>
                      <a:pt x="1603496" y="47652"/>
                      <a:pt x="1603496" y="64852"/>
                    </a:cubicBezTo>
                    <a:lnTo>
                      <a:pt x="1603496" y="575913"/>
                    </a:lnTo>
                    <a:cubicBezTo>
                      <a:pt x="1603496" y="611730"/>
                      <a:pt x="1574460" y="640765"/>
                      <a:pt x="1538643" y="640765"/>
                    </a:cubicBezTo>
                    <a:lnTo>
                      <a:pt x="64852" y="640765"/>
                    </a:lnTo>
                    <a:cubicBezTo>
                      <a:pt x="29035" y="640765"/>
                      <a:pt x="0" y="611730"/>
                      <a:pt x="0" y="575913"/>
                    </a:cubicBezTo>
                    <a:lnTo>
                      <a:pt x="0" y="64852"/>
                    </a:lnTo>
                    <a:cubicBezTo>
                      <a:pt x="0" y="29035"/>
                      <a:pt x="29035" y="0"/>
                      <a:pt x="64852" y="0"/>
                    </a:cubicBezTo>
                    <a:close/>
                  </a:path>
                </a:pathLst>
              </a:custGeom>
              <a:solidFill>
                <a:srgbClr val="7ED957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603496" cy="6788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0" y="474322"/>
              <a:ext cx="4483991" cy="4722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53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-1801374">
            <a:off x="13772665" y="7720795"/>
            <a:ext cx="6286050" cy="6286050"/>
          </a:xfrm>
          <a:custGeom>
            <a:avLst/>
            <a:gdLst/>
            <a:ahLst/>
            <a:cxnLst/>
            <a:rect r="r" b="b" t="t" l="l"/>
            <a:pathLst>
              <a:path h="6286050" w="6286050">
                <a:moveTo>
                  <a:pt x="0" y="0"/>
                </a:moveTo>
                <a:lnTo>
                  <a:pt x="6286050" y="0"/>
                </a:lnTo>
                <a:lnTo>
                  <a:pt x="6286050" y="6286050"/>
                </a:lnTo>
                <a:lnTo>
                  <a:pt x="0" y="62860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-6525670">
            <a:off x="-1231568" y="7248513"/>
            <a:ext cx="4686313" cy="3696330"/>
          </a:xfrm>
          <a:custGeom>
            <a:avLst/>
            <a:gdLst/>
            <a:ahLst/>
            <a:cxnLst/>
            <a:rect r="r" b="b" t="t" l="l"/>
            <a:pathLst>
              <a:path h="3696330" w="4686313">
                <a:moveTo>
                  <a:pt x="0" y="0"/>
                </a:moveTo>
                <a:lnTo>
                  <a:pt x="4686313" y="0"/>
                </a:lnTo>
                <a:lnTo>
                  <a:pt x="4686313" y="3696330"/>
                </a:lnTo>
                <a:lnTo>
                  <a:pt x="0" y="36963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-4191371" y="-4565764"/>
            <a:ext cx="7806543" cy="8010445"/>
          </a:xfrm>
          <a:custGeom>
            <a:avLst/>
            <a:gdLst/>
            <a:ahLst/>
            <a:cxnLst/>
            <a:rect r="r" b="b" t="t" l="l"/>
            <a:pathLst>
              <a:path h="8010445" w="7806543">
                <a:moveTo>
                  <a:pt x="0" y="0"/>
                </a:moveTo>
                <a:lnTo>
                  <a:pt x="7806542" y="0"/>
                </a:lnTo>
                <a:lnTo>
                  <a:pt x="7806542" y="8010445"/>
                </a:lnTo>
                <a:lnTo>
                  <a:pt x="0" y="80104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6812508" y="9330335"/>
            <a:ext cx="3496119" cy="1913330"/>
          </a:xfrm>
          <a:custGeom>
            <a:avLst/>
            <a:gdLst/>
            <a:ahLst/>
            <a:cxnLst/>
            <a:rect r="r" b="b" t="t" l="l"/>
            <a:pathLst>
              <a:path h="1913330" w="3496119">
                <a:moveTo>
                  <a:pt x="0" y="0"/>
                </a:moveTo>
                <a:lnTo>
                  <a:pt x="3496119" y="0"/>
                </a:lnTo>
                <a:lnTo>
                  <a:pt x="3496119" y="1913330"/>
                </a:lnTo>
                <a:lnTo>
                  <a:pt x="0" y="191333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-6525670">
            <a:off x="15121685" y="-819465"/>
            <a:ext cx="4686313" cy="3696330"/>
          </a:xfrm>
          <a:custGeom>
            <a:avLst/>
            <a:gdLst/>
            <a:ahLst/>
            <a:cxnLst/>
            <a:rect r="r" b="b" t="t" l="l"/>
            <a:pathLst>
              <a:path h="3696330" w="4686313">
                <a:moveTo>
                  <a:pt x="0" y="0"/>
                </a:moveTo>
                <a:lnTo>
                  <a:pt x="4686314" y="0"/>
                </a:lnTo>
                <a:lnTo>
                  <a:pt x="4686314" y="3696330"/>
                </a:lnTo>
                <a:lnTo>
                  <a:pt x="0" y="36963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6276590" y="5912876"/>
            <a:ext cx="3683770" cy="1320907"/>
            <a:chOff x="0" y="0"/>
            <a:chExt cx="4911693" cy="1761209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4886112" cy="1761209"/>
              <a:chOff x="0" y="0"/>
              <a:chExt cx="1232213" cy="444154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232213" cy="444154"/>
              </a:xfrm>
              <a:custGeom>
                <a:avLst/>
                <a:gdLst/>
                <a:ahLst/>
                <a:cxnLst/>
                <a:rect r="r" b="b" t="t" l="l"/>
                <a:pathLst>
                  <a:path h="444154" w="1232213">
                    <a:moveTo>
                      <a:pt x="84393" y="0"/>
                    </a:moveTo>
                    <a:lnTo>
                      <a:pt x="1147820" y="0"/>
                    </a:lnTo>
                    <a:cubicBezTo>
                      <a:pt x="1194429" y="0"/>
                      <a:pt x="1232213" y="37784"/>
                      <a:pt x="1232213" y="84393"/>
                    </a:cubicBezTo>
                    <a:lnTo>
                      <a:pt x="1232213" y="359761"/>
                    </a:lnTo>
                    <a:cubicBezTo>
                      <a:pt x="1232213" y="406370"/>
                      <a:pt x="1194429" y="444154"/>
                      <a:pt x="1147820" y="444154"/>
                    </a:cubicBezTo>
                    <a:lnTo>
                      <a:pt x="84393" y="444154"/>
                    </a:lnTo>
                    <a:cubicBezTo>
                      <a:pt x="37784" y="444154"/>
                      <a:pt x="0" y="406370"/>
                      <a:pt x="0" y="359761"/>
                    </a:cubicBezTo>
                    <a:lnTo>
                      <a:pt x="0" y="84393"/>
                    </a:lnTo>
                    <a:cubicBezTo>
                      <a:pt x="0" y="37784"/>
                      <a:pt x="37784" y="0"/>
                      <a:pt x="84393" y="0"/>
                    </a:cubicBezTo>
                    <a:close/>
                  </a:path>
                </a:pathLst>
              </a:custGeom>
              <a:solidFill>
                <a:srgbClr val="7ED957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1232213" cy="48225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132759" y="241854"/>
              <a:ext cx="4778935" cy="593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28"/>
                </a:lnSpc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8666494">
            <a:off x="4674331" y="3222200"/>
            <a:ext cx="4050972" cy="810194"/>
          </a:xfrm>
          <a:custGeom>
            <a:avLst/>
            <a:gdLst/>
            <a:ahLst/>
            <a:cxnLst/>
            <a:rect r="r" b="b" t="t" l="l"/>
            <a:pathLst>
              <a:path h="810194" w="4050972">
                <a:moveTo>
                  <a:pt x="0" y="0"/>
                </a:moveTo>
                <a:lnTo>
                  <a:pt x="4050972" y="0"/>
                </a:lnTo>
                <a:lnTo>
                  <a:pt x="4050972" y="810194"/>
                </a:lnTo>
                <a:lnTo>
                  <a:pt x="0" y="81019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2233246" y="3943352"/>
            <a:ext cx="1843324" cy="535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5"/>
              </a:lnSpc>
            </a:pPr>
            <a:r>
              <a:rPr lang="en-US" sz="313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Module-1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812508" y="7176632"/>
            <a:ext cx="2509285" cy="522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1"/>
              </a:lnSpc>
            </a:pPr>
            <a:r>
              <a:rPr lang="en-US" sz="305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Module-2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988274" y="6284342"/>
            <a:ext cx="1827449" cy="513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98"/>
              </a:lnSpc>
            </a:pPr>
            <a:r>
              <a:rPr lang="en-US" sz="307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Module-3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373186" y="2633159"/>
            <a:ext cx="1902504" cy="550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45"/>
              </a:lnSpc>
            </a:pPr>
            <a:r>
              <a:rPr lang="en-US" sz="317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Module-4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5400000">
            <a:off x="6501189" y="3850076"/>
            <a:ext cx="3432299" cy="686460"/>
          </a:xfrm>
          <a:custGeom>
            <a:avLst/>
            <a:gdLst/>
            <a:ahLst/>
            <a:cxnLst/>
            <a:rect r="r" b="b" t="t" l="l"/>
            <a:pathLst>
              <a:path h="686460" w="3432299">
                <a:moveTo>
                  <a:pt x="0" y="0"/>
                </a:moveTo>
                <a:lnTo>
                  <a:pt x="3432298" y="0"/>
                </a:lnTo>
                <a:lnTo>
                  <a:pt x="3432298" y="686459"/>
                </a:lnTo>
                <a:lnTo>
                  <a:pt x="0" y="68645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2700000">
            <a:off x="7652111" y="3406084"/>
            <a:ext cx="3792994" cy="758599"/>
          </a:xfrm>
          <a:custGeom>
            <a:avLst/>
            <a:gdLst/>
            <a:ahLst/>
            <a:cxnLst/>
            <a:rect r="r" b="b" t="t" l="l"/>
            <a:pathLst>
              <a:path h="758599" w="3792994">
                <a:moveTo>
                  <a:pt x="0" y="0"/>
                </a:moveTo>
                <a:lnTo>
                  <a:pt x="3792994" y="0"/>
                </a:lnTo>
                <a:lnTo>
                  <a:pt x="3792994" y="758599"/>
                </a:lnTo>
                <a:lnTo>
                  <a:pt x="0" y="75859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1116290">
            <a:off x="8243317" y="2733459"/>
            <a:ext cx="4498832" cy="899766"/>
          </a:xfrm>
          <a:custGeom>
            <a:avLst/>
            <a:gdLst/>
            <a:ahLst/>
            <a:cxnLst/>
            <a:rect r="r" b="b" t="t" l="l"/>
            <a:pathLst>
              <a:path h="899766" w="4498832">
                <a:moveTo>
                  <a:pt x="0" y="0"/>
                </a:moveTo>
                <a:lnTo>
                  <a:pt x="4498832" y="0"/>
                </a:lnTo>
                <a:lnTo>
                  <a:pt x="4498832" y="899766"/>
                </a:lnTo>
                <a:lnTo>
                  <a:pt x="0" y="89976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0467073" y="5346990"/>
            <a:ext cx="2688337" cy="789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DRL-Based</a:t>
            </a:r>
            <a:r>
              <a:rPr lang="en-US" sz="2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task offloading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157696" y="3327620"/>
            <a:ext cx="2497096" cy="1081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7"/>
              </a:lnSpc>
              <a:spcBef>
                <a:spcPct val="0"/>
              </a:spcBef>
            </a:pPr>
            <a:r>
              <a:rPr lang="en-US" sz="204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204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umerical Analysis (Experiment and Results)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570940" y="6079144"/>
            <a:ext cx="2890913" cy="931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35"/>
              </a:lnSpc>
              <a:spcBef>
                <a:spcPct val="0"/>
              </a:spcBef>
            </a:pPr>
            <a:r>
              <a:rPr lang="en-US" sz="266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Classificati</a:t>
            </a:r>
            <a:r>
              <a:rPr lang="en-US" sz="266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on Algorithm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866168" y="4560398"/>
            <a:ext cx="2290072" cy="1110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8"/>
              </a:lnSpc>
              <a:spcBef>
                <a:spcPct val="0"/>
              </a:spcBef>
            </a:pPr>
            <a:r>
              <a:rPr lang="en-US" sz="212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Netw</a:t>
            </a:r>
            <a:r>
              <a:rPr lang="en-US" sz="212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ork model &amp; Problem Formulation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34600" y="0"/>
            <a:ext cx="5258077" cy="10463498"/>
            <a:chOff x="0" y="0"/>
            <a:chExt cx="1384843" cy="2755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84843" cy="2755819"/>
            </a:xfrm>
            <a:custGeom>
              <a:avLst/>
              <a:gdLst/>
              <a:ahLst/>
              <a:cxnLst/>
              <a:rect r="r" b="b" t="t" l="l"/>
              <a:pathLst>
                <a:path h="2755819" w="1384843">
                  <a:moveTo>
                    <a:pt x="75092" y="0"/>
                  </a:moveTo>
                  <a:lnTo>
                    <a:pt x="1309751" y="0"/>
                  </a:lnTo>
                  <a:cubicBezTo>
                    <a:pt x="1329667" y="0"/>
                    <a:pt x="1348767" y="7911"/>
                    <a:pt x="1362849" y="21994"/>
                  </a:cubicBezTo>
                  <a:cubicBezTo>
                    <a:pt x="1376932" y="36076"/>
                    <a:pt x="1384843" y="55176"/>
                    <a:pt x="1384843" y="75092"/>
                  </a:cubicBezTo>
                  <a:lnTo>
                    <a:pt x="1384843" y="2680727"/>
                  </a:lnTo>
                  <a:cubicBezTo>
                    <a:pt x="1384843" y="2722199"/>
                    <a:pt x="1351224" y="2755819"/>
                    <a:pt x="1309751" y="2755819"/>
                  </a:cubicBezTo>
                  <a:lnTo>
                    <a:pt x="75092" y="2755819"/>
                  </a:lnTo>
                  <a:cubicBezTo>
                    <a:pt x="33620" y="2755819"/>
                    <a:pt x="0" y="2722199"/>
                    <a:pt x="0" y="2680727"/>
                  </a:cubicBezTo>
                  <a:lnTo>
                    <a:pt x="0" y="75092"/>
                  </a:lnTo>
                  <a:cubicBezTo>
                    <a:pt x="0" y="33620"/>
                    <a:pt x="33620" y="0"/>
                    <a:pt x="7509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DE59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84843" cy="27939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5707354" y="0"/>
            <a:ext cx="0" cy="10287000"/>
          </a:xfrm>
          <a:prstGeom prst="line">
            <a:avLst/>
          </a:prstGeom>
          <a:ln cap="flat" w="1714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5689693" y="196920"/>
            <a:ext cx="6357074" cy="1578223"/>
            <a:chOff x="0" y="0"/>
            <a:chExt cx="8476099" cy="2104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476099" cy="2104298"/>
            </a:xfrm>
            <a:custGeom>
              <a:avLst/>
              <a:gdLst/>
              <a:ahLst/>
              <a:cxnLst/>
              <a:rect r="r" b="b" t="t" l="l"/>
              <a:pathLst>
                <a:path h="2104298" w="8476099">
                  <a:moveTo>
                    <a:pt x="0" y="0"/>
                  </a:moveTo>
                  <a:lnTo>
                    <a:pt x="8476099" y="0"/>
                  </a:lnTo>
                  <a:lnTo>
                    <a:pt x="8476099" y="2104298"/>
                  </a:lnTo>
                  <a:lnTo>
                    <a:pt x="0" y="21042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4699" t="0" r="-4699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749190" y="629240"/>
              <a:ext cx="7445384" cy="7791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14"/>
                </a:lnSpc>
              </a:pPr>
              <a:r>
                <a:rPr lang="en-US" sz="3510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DRL Environment Setup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203581" y="4374503"/>
            <a:ext cx="6704268" cy="1457928"/>
            <a:chOff x="0" y="0"/>
            <a:chExt cx="8939023" cy="194390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86489" y="0"/>
              <a:ext cx="8566046" cy="1943904"/>
            </a:xfrm>
            <a:custGeom>
              <a:avLst/>
              <a:gdLst/>
              <a:ahLst/>
              <a:cxnLst/>
              <a:rect r="r" b="b" t="t" l="l"/>
              <a:pathLst>
                <a:path h="1943904" w="8566046">
                  <a:moveTo>
                    <a:pt x="0" y="0"/>
                  </a:moveTo>
                  <a:lnTo>
                    <a:pt x="8566046" y="0"/>
                  </a:lnTo>
                  <a:lnTo>
                    <a:pt x="8566046" y="1943904"/>
                  </a:lnTo>
                  <a:lnTo>
                    <a:pt x="0" y="19439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0" y="585972"/>
              <a:ext cx="8939023" cy="705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04"/>
                </a:lnSpc>
              </a:pPr>
              <a:r>
                <a:rPr lang="en-US" sz="3146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Task Execution Methods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338532" y="2381471"/>
            <a:ext cx="6504694" cy="1491879"/>
            <a:chOff x="0" y="0"/>
            <a:chExt cx="8672925" cy="19891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581679" cy="1989172"/>
            </a:xfrm>
            <a:custGeom>
              <a:avLst/>
              <a:gdLst/>
              <a:ahLst/>
              <a:cxnLst/>
              <a:rect r="r" b="b" t="t" l="l"/>
              <a:pathLst>
                <a:path h="1989172" w="8581679">
                  <a:moveTo>
                    <a:pt x="0" y="0"/>
                  </a:moveTo>
                  <a:lnTo>
                    <a:pt x="8581679" y="0"/>
                  </a:lnTo>
                  <a:lnTo>
                    <a:pt x="8581679" y="1989172"/>
                  </a:lnTo>
                  <a:lnTo>
                    <a:pt x="0" y="19891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352480" y="601590"/>
              <a:ext cx="8320445" cy="7193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01"/>
                </a:lnSpc>
              </a:pPr>
              <a:r>
                <a:rPr lang="en-US" sz="3215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Generate Random Tasks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403155" y="6403321"/>
            <a:ext cx="5792188" cy="1342588"/>
            <a:chOff x="0" y="0"/>
            <a:chExt cx="7722918" cy="179011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722918" cy="1790117"/>
            </a:xfrm>
            <a:custGeom>
              <a:avLst/>
              <a:gdLst/>
              <a:ahLst/>
              <a:cxnLst/>
              <a:rect r="r" b="b" t="t" l="l"/>
              <a:pathLst>
                <a:path h="1790117" w="7722918">
                  <a:moveTo>
                    <a:pt x="0" y="0"/>
                  </a:moveTo>
                  <a:lnTo>
                    <a:pt x="7722918" y="0"/>
                  </a:lnTo>
                  <a:lnTo>
                    <a:pt x="7722918" y="1790117"/>
                  </a:lnTo>
                  <a:lnTo>
                    <a:pt x="0" y="17901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1202004" y="576125"/>
              <a:ext cx="2288699" cy="6551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24"/>
                </a:lnSpc>
              </a:pPr>
              <a:r>
                <a:rPr lang="en-US" sz="2946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Get State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203581" y="8231684"/>
            <a:ext cx="6013017" cy="1317931"/>
            <a:chOff x="0" y="0"/>
            <a:chExt cx="8017356" cy="175724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273863" y="0"/>
              <a:ext cx="7743493" cy="1757241"/>
            </a:xfrm>
            <a:custGeom>
              <a:avLst/>
              <a:gdLst/>
              <a:ahLst/>
              <a:cxnLst/>
              <a:rect r="r" b="b" t="t" l="l"/>
              <a:pathLst>
                <a:path h="1757241" w="7743493">
                  <a:moveTo>
                    <a:pt x="0" y="0"/>
                  </a:moveTo>
                  <a:lnTo>
                    <a:pt x="7743493" y="0"/>
                  </a:lnTo>
                  <a:lnTo>
                    <a:pt x="7743493" y="1757241"/>
                  </a:lnTo>
                  <a:lnTo>
                    <a:pt x="0" y="17572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 rot="0">
              <a:off x="0" y="512409"/>
              <a:ext cx="7743493" cy="6752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63"/>
                </a:lnSpc>
                <a:spcBef>
                  <a:spcPct val="0"/>
                </a:spcBef>
              </a:pPr>
              <a:r>
                <a:rPr lang="en-US" b="true" sz="304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Reset Environment 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3927817" y="480707"/>
            <a:ext cx="3813303" cy="4074767"/>
          </a:xfrm>
          <a:custGeom>
            <a:avLst/>
            <a:gdLst/>
            <a:ahLst/>
            <a:cxnLst/>
            <a:rect r="r" b="b" t="t" l="l"/>
            <a:pathLst>
              <a:path h="4074767" w="3813303">
                <a:moveTo>
                  <a:pt x="0" y="0"/>
                </a:moveTo>
                <a:lnTo>
                  <a:pt x="3813303" y="0"/>
                </a:lnTo>
                <a:lnTo>
                  <a:pt x="3813303" y="4074767"/>
                </a:lnTo>
                <a:lnTo>
                  <a:pt x="0" y="40747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694912" y="2941383"/>
            <a:ext cx="295417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Module 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00839" y="4260086"/>
            <a:ext cx="4022638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Network Model and Problem Formulation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971394" y="1458040"/>
            <a:ext cx="3208638" cy="489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17662" indent="-308831" lvl="1">
              <a:lnSpc>
                <a:spcPts val="4005"/>
              </a:lnSpc>
              <a:buAutoNum type="arabicPeriod" startAt="1"/>
            </a:pPr>
            <a:r>
              <a:rPr lang="en-US" sz="286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Master UAV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864600" y="2061746"/>
            <a:ext cx="3225632" cy="491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26"/>
              </a:lnSpc>
            </a:pPr>
            <a:r>
              <a:rPr lang="en-US" sz="28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2.   IoT Device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283203" y="2667742"/>
            <a:ext cx="2117602" cy="459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9"/>
              </a:lnSpc>
            </a:pPr>
            <a:r>
              <a:rPr lang="en-US" sz="266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3.  Slave UAV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283203" y="3336061"/>
            <a:ext cx="2702600" cy="492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3"/>
              </a:lnSpc>
            </a:pPr>
            <a:r>
              <a:rPr lang="en-US" sz="288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4. Cloud Server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3864600" y="5231749"/>
            <a:ext cx="4026890" cy="3658900"/>
          </a:xfrm>
          <a:custGeom>
            <a:avLst/>
            <a:gdLst/>
            <a:ahLst/>
            <a:cxnLst/>
            <a:rect r="r" b="b" t="t" l="l"/>
            <a:pathLst>
              <a:path h="3658900" w="4026890">
                <a:moveTo>
                  <a:pt x="0" y="0"/>
                </a:moveTo>
                <a:lnTo>
                  <a:pt x="4026891" y="0"/>
                </a:lnTo>
                <a:lnTo>
                  <a:pt x="4026891" y="3658900"/>
                </a:lnTo>
                <a:lnTo>
                  <a:pt x="0" y="36589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72" t="0" r="-172" b="-18009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3864600" y="6158846"/>
            <a:ext cx="4026890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1.Master UAV Execution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046150" y="7160340"/>
            <a:ext cx="3576638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3.  Slave UAV Execution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067938" y="7687389"/>
            <a:ext cx="3620214" cy="389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4. Cloud Server Execution</a:t>
            </a:r>
          </a:p>
        </p:txBody>
      </p:sp>
      <p:sp>
        <p:nvSpPr>
          <p:cNvPr name="AutoShape 32" id="32"/>
          <p:cNvSpPr/>
          <p:nvPr/>
        </p:nvSpPr>
        <p:spPr>
          <a:xfrm>
            <a:off x="12224694" y="1260546"/>
            <a:ext cx="1639907" cy="1075624"/>
          </a:xfrm>
          <a:prstGeom prst="line">
            <a:avLst/>
          </a:prstGeom>
          <a:ln cap="flat" w="85725">
            <a:solidFill>
              <a:srgbClr val="000000"/>
            </a:solidFill>
            <a:prstDash val="sysDot"/>
            <a:headEnd type="none" len="sm" w="sm"/>
            <a:tailEnd type="arrow" len="sm" w="med"/>
          </a:ln>
        </p:spPr>
      </p:sp>
      <p:sp>
        <p:nvSpPr>
          <p:cNvPr name="AutoShape 33" id="33"/>
          <p:cNvSpPr/>
          <p:nvPr/>
        </p:nvSpPr>
        <p:spPr>
          <a:xfrm>
            <a:off x="12075375" y="5521854"/>
            <a:ext cx="1568774" cy="635471"/>
          </a:xfrm>
          <a:prstGeom prst="line">
            <a:avLst/>
          </a:prstGeom>
          <a:ln cap="flat" w="104775">
            <a:solidFill>
              <a:srgbClr val="000000"/>
            </a:solidFill>
            <a:prstDash val="sysDot"/>
            <a:headEnd type="none" len="sm" w="sm"/>
            <a:tailEnd type="arrow" len="sm" w="med"/>
          </a:ln>
        </p:spPr>
      </p:sp>
      <p:sp>
        <p:nvSpPr>
          <p:cNvPr name="Freeform 34" id="34"/>
          <p:cNvSpPr/>
          <p:nvPr/>
        </p:nvSpPr>
        <p:spPr>
          <a:xfrm flipH="false" flipV="false" rot="0">
            <a:off x="-4699157" y="6415276"/>
            <a:ext cx="9022634" cy="9258300"/>
          </a:xfrm>
          <a:custGeom>
            <a:avLst/>
            <a:gdLst/>
            <a:ahLst/>
            <a:cxnLst/>
            <a:rect r="r" b="b" t="t" l="l"/>
            <a:pathLst>
              <a:path h="9258300" w="9022634">
                <a:moveTo>
                  <a:pt x="0" y="0"/>
                </a:moveTo>
                <a:lnTo>
                  <a:pt x="9022634" y="0"/>
                </a:lnTo>
                <a:lnTo>
                  <a:pt x="9022634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-6523063" y="-4432230"/>
            <a:ext cx="9022634" cy="9258300"/>
          </a:xfrm>
          <a:custGeom>
            <a:avLst/>
            <a:gdLst/>
            <a:ahLst/>
            <a:cxnLst/>
            <a:rect r="r" b="b" t="t" l="l"/>
            <a:pathLst>
              <a:path h="9258300" w="9022634">
                <a:moveTo>
                  <a:pt x="0" y="0"/>
                </a:moveTo>
                <a:lnTo>
                  <a:pt x="9022634" y="0"/>
                </a:lnTo>
                <a:lnTo>
                  <a:pt x="9022634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3927817" y="6696362"/>
            <a:ext cx="2429411" cy="378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1"/>
              </a:lnSpc>
            </a:pPr>
            <a:r>
              <a:rPr lang="en-US" sz="225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2. IoT Execution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34600" y="0"/>
            <a:ext cx="5258077" cy="10463498"/>
            <a:chOff x="0" y="0"/>
            <a:chExt cx="1384843" cy="2755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84843" cy="2755819"/>
            </a:xfrm>
            <a:custGeom>
              <a:avLst/>
              <a:gdLst/>
              <a:ahLst/>
              <a:cxnLst/>
              <a:rect r="r" b="b" t="t" l="l"/>
              <a:pathLst>
                <a:path h="2755819" w="1384843">
                  <a:moveTo>
                    <a:pt x="75092" y="0"/>
                  </a:moveTo>
                  <a:lnTo>
                    <a:pt x="1309751" y="0"/>
                  </a:lnTo>
                  <a:cubicBezTo>
                    <a:pt x="1329667" y="0"/>
                    <a:pt x="1348767" y="7911"/>
                    <a:pt x="1362849" y="21994"/>
                  </a:cubicBezTo>
                  <a:cubicBezTo>
                    <a:pt x="1376932" y="36076"/>
                    <a:pt x="1384843" y="55176"/>
                    <a:pt x="1384843" y="75092"/>
                  </a:cubicBezTo>
                  <a:lnTo>
                    <a:pt x="1384843" y="2680727"/>
                  </a:lnTo>
                  <a:cubicBezTo>
                    <a:pt x="1384843" y="2722199"/>
                    <a:pt x="1351224" y="2755819"/>
                    <a:pt x="1309751" y="2755819"/>
                  </a:cubicBezTo>
                  <a:lnTo>
                    <a:pt x="75092" y="2755819"/>
                  </a:lnTo>
                  <a:cubicBezTo>
                    <a:pt x="33620" y="2755819"/>
                    <a:pt x="0" y="2722199"/>
                    <a:pt x="0" y="2680727"/>
                  </a:cubicBezTo>
                  <a:lnTo>
                    <a:pt x="0" y="75092"/>
                  </a:lnTo>
                  <a:cubicBezTo>
                    <a:pt x="0" y="33620"/>
                    <a:pt x="33620" y="0"/>
                    <a:pt x="7509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DE59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84843" cy="27939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5707354" y="0"/>
            <a:ext cx="0" cy="10287000"/>
          </a:xfrm>
          <a:prstGeom prst="line">
            <a:avLst/>
          </a:prstGeom>
          <a:ln cap="flat" w="1714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5707354" y="0"/>
            <a:ext cx="6357074" cy="2201734"/>
            <a:chOff x="0" y="0"/>
            <a:chExt cx="8476099" cy="29356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476099" cy="2935646"/>
            </a:xfrm>
            <a:custGeom>
              <a:avLst/>
              <a:gdLst/>
              <a:ahLst/>
              <a:cxnLst/>
              <a:rect r="r" b="b" t="t" l="l"/>
              <a:pathLst>
                <a:path h="2935646" w="8476099">
                  <a:moveTo>
                    <a:pt x="0" y="0"/>
                  </a:moveTo>
                  <a:lnTo>
                    <a:pt x="8476099" y="0"/>
                  </a:lnTo>
                  <a:lnTo>
                    <a:pt x="8476099" y="2935646"/>
                  </a:lnTo>
                  <a:lnTo>
                    <a:pt x="0" y="29356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26310" t="0" r="-2631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749190" y="629240"/>
              <a:ext cx="7445384" cy="16104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14"/>
                </a:lnSpc>
              </a:pPr>
              <a:r>
                <a:rPr lang="en-US" sz="3510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Compute Required Energy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203581" y="4374503"/>
            <a:ext cx="6704268" cy="1457928"/>
            <a:chOff x="0" y="0"/>
            <a:chExt cx="8939023" cy="194390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86489" y="0"/>
              <a:ext cx="8566046" cy="1943904"/>
            </a:xfrm>
            <a:custGeom>
              <a:avLst/>
              <a:gdLst/>
              <a:ahLst/>
              <a:cxnLst/>
              <a:rect r="r" b="b" t="t" l="l"/>
              <a:pathLst>
                <a:path h="1943904" w="8566046">
                  <a:moveTo>
                    <a:pt x="0" y="0"/>
                  </a:moveTo>
                  <a:lnTo>
                    <a:pt x="8566046" y="0"/>
                  </a:lnTo>
                  <a:lnTo>
                    <a:pt x="8566046" y="1943904"/>
                  </a:lnTo>
                  <a:lnTo>
                    <a:pt x="0" y="19439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0" y="585972"/>
              <a:ext cx="8939023" cy="705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04"/>
                </a:lnSpc>
              </a:pPr>
              <a:r>
                <a:rPr lang="en-US" sz="3146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 Check Battery Sufficiency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403155" y="2440229"/>
            <a:ext cx="6504694" cy="1491879"/>
            <a:chOff x="0" y="0"/>
            <a:chExt cx="8672925" cy="19891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581679" cy="1989172"/>
            </a:xfrm>
            <a:custGeom>
              <a:avLst/>
              <a:gdLst/>
              <a:ahLst/>
              <a:cxnLst/>
              <a:rect r="r" b="b" t="t" l="l"/>
              <a:pathLst>
                <a:path h="1989172" w="8581679">
                  <a:moveTo>
                    <a:pt x="0" y="0"/>
                  </a:moveTo>
                  <a:lnTo>
                    <a:pt x="8581679" y="0"/>
                  </a:lnTo>
                  <a:lnTo>
                    <a:pt x="8581679" y="1989172"/>
                  </a:lnTo>
                  <a:lnTo>
                    <a:pt x="0" y="19891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352480" y="611115"/>
              <a:ext cx="8320445" cy="12351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01"/>
                </a:lnSpc>
              </a:pPr>
              <a:r>
                <a:rPr lang="en-US" sz="2715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Compute Required </a:t>
              </a:r>
            </a:p>
            <a:p>
              <a:pPr algn="ctr">
                <a:lnSpc>
                  <a:spcPts val="3801"/>
                </a:lnSpc>
              </a:pPr>
              <a:r>
                <a:rPr lang="en-US" sz="2715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Execution Time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203581" y="8157980"/>
            <a:ext cx="6013017" cy="1317931"/>
            <a:chOff x="0" y="0"/>
            <a:chExt cx="8017356" cy="175724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273863" y="0"/>
              <a:ext cx="7743493" cy="1757241"/>
            </a:xfrm>
            <a:custGeom>
              <a:avLst/>
              <a:gdLst/>
              <a:ahLst/>
              <a:cxnLst/>
              <a:rect r="r" b="b" t="t" l="l"/>
              <a:pathLst>
                <a:path h="1757241" w="7743493">
                  <a:moveTo>
                    <a:pt x="0" y="0"/>
                  </a:moveTo>
                  <a:lnTo>
                    <a:pt x="7743493" y="0"/>
                  </a:lnTo>
                  <a:lnTo>
                    <a:pt x="7743493" y="1757241"/>
                  </a:lnTo>
                  <a:lnTo>
                    <a:pt x="0" y="17572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0" y="531459"/>
              <a:ext cx="7743493" cy="10508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83"/>
                </a:lnSpc>
                <a:spcBef>
                  <a:spcPct val="0"/>
                </a:spcBef>
              </a:pPr>
              <a:r>
                <a:rPr lang="en-US" b="true" sz="234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  </a:t>
              </a:r>
              <a:r>
                <a:rPr lang="en-US" b="true" sz="234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Return Execution Feasibility (True/False)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541750" y="3440936"/>
            <a:ext cx="297418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Module 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522" y="4608179"/>
            <a:ext cx="4022638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Classification Algorithm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-4699157" y="6415276"/>
            <a:ext cx="9022634" cy="9258300"/>
          </a:xfrm>
          <a:custGeom>
            <a:avLst/>
            <a:gdLst/>
            <a:ahLst/>
            <a:cxnLst/>
            <a:rect r="r" b="b" t="t" l="l"/>
            <a:pathLst>
              <a:path h="9258300" w="9022634">
                <a:moveTo>
                  <a:pt x="0" y="0"/>
                </a:moveTo>
                <a:lnTo>
                  <a:pt x="9022634" y="0"/>
                </a:lnTo>
                <a:lnTo>
                  <a:pt x="9022634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-5943128" y="-4629150"/>
            <a:ext cx="9022634" cy="9258300"/>
          </a:xfrm>
          <a:custGeom>
            <a:avLst/>
            <a:gdLst/>
            <a:ahLst/>
            <a:cxnLst/>
            <a:rect r="r" b="b" t="t" l="l"/>
            <a:pathLst>
              <a:path h="9258300" w="9022634">
                <a:moveTo>
                  <a:pt x="0" y="0"/>
                </a:moveTo>
                <a:lnTo>
                  <a:pt x="9022634" y="0"/>
                </a:lnTo>
                <a:lnTo>
                  <a:pt x="9022634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5403155" y="6227951"/>
            <a:ext cx="6504694" cy="1491879"/>
            <a:chOff x="0" y="0"/>
            <a:chExt cx="8672925" cy="198917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581679" cy="1989172"/>
            </a:xfrm>
            <a:custGeom>
              <a:avLst/>
              <a:gdLst/>
              <a:ahLst/>
              <a:cxnLst/>
              <a:rect r="r" b="b" t="t" l="l"/>
              <a:pathLst>
                <a:path h="1989172" w="8581679">
                  <a:moveTo>
                    <a:pt x="0" y="0"/>
                  </a:moveTo>
                  <a:lnTo>
                    <a:pt x="8581679" y="0"/>
                  </a:lnTo>
                  <a:lnTo>
                    <a:pt x="8581679" y="1989172"/>
                  </a:lnTo>
                  <a:lnTo>
                    <a:pt x="0" y="19891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 rot="0">
              <a:off x="352480" y="611115"/>
              <a:ext cx="8320445" cy="6662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21"/>
                </a:lnSpc>
              </a:pPr>
              <a:r>
                <a:rPr lang="en-US" sz="3015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Check Time Constraint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-6525670">
            <a:off x="15185673" y="-642965"/>
            <a:ext cx="4686313" cy="3696330"/>
          </a:xfrm>
          <a:custGeom>
            <a:avLst/>
            <a:gdLst/>
            <a:ahLst/>
            <a:cxnLst/>
            <a:rect r="r" b="b" t="t" l="l"/>
            <a:pathLst>
              <a:path h="3696330" w="4686313">
                <a:moveTo>
                  <a:pt x="0" y="0"/>
                </a:moveTo>
                <a:lnTo>
                  <a:pt x="4686313" y="0"/>
                </a:lnTo>
                <a:lnTo>
                  <a:pt x="4686313" y="3696330"/>
                </a:lnTo>
                <a:lnTo>
                  <a:pt x="0" y="36963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-1801374">
            <a:off x="13344234" y="7992591"/>
            <a:ext cx="6286050" cy="6286050"/>
          </a:xfrm>
          <a:custGeom>
            <a:avLst/>
            <a:gdLst/>
            <a:ahLst/>
            <a:cxnLst/>
            <a:rect r="r" b="b" t="t" l="l"/>
            <a:pathLst>
              <a:path h="6286050" w="6286050">
                <a:moveTo>
                  <a:pt x="0" y="0"/>
                </a:moveTo>
                <a:lnTo>
                  <a:pt x="6286050" y="0"/>
                </a:lnTo>
                <a:lnTo>
                  <a:pt x="6286050" y="6286050"/>
                </a:lnTo>
                <a:lnTo>
                  <a:pt x="0" y="62860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26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6812397" y="4245040"/>
            <a:ext cx="4737774" cy="2596665"/>
          </a:xfrm>
          <a:custGeom>
            <a:avLst/>
            <a:gdLst/>
            <a:ahLst/>
            <a:cxnLst/>
            <a:rect r="r" b="b" t="t" l="l"/>
            <a:pathLst>
              <a:path h="2596665" w="4737774">
                <a:moveTo>
                  <a:pt x="0" y="0"/>
                </a:moveTo>
                <a:lnTo>
                  <a:pt x="4737774" y="0"/>
                </a:lnTo>
                <a:lnTo>
                  <a:pt x="4737774" y="2596665"/>
                </a:lnTo>
                <a:lnTo>
                  <a:pt x="0" y="259666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00197" y="0"/>
            <a:ext cx="5258077" cy="10463498"/>
            <a:chOff x="0" y="0"/>
            <a:chExt cx="1384843" cy="2755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84843" cy="2755819"/>
            </a:xfrm>
            <a:custGeom>
              <a:avLst/>
              <a:gdLst/>
              <a:ahLst/>
              <a:cxnLst/>
              <a:rect r="r" b="b" t="t" l="l"/>
              <a:pathLst>
                <a:path h="2755819" w="1384843">
                  <a:moveTo>
                    <a:pt x="75092" y="0"/>
                  </a:moveTo>
                  <a:lnTo>
                    <a:pt x="1309751" y="0"/>
                  </a:lnTo>
                  <a:cubicBezTo>
                    <a:pt x="1329667" y="0"/>
                    <a:pt x="1348767" y="7911"/>
                    <a:pt x="1362849" y="21994"/>
                  </a:cubicBezTo>
                  <a:cubicBezTo>
                    <a:pt x="1376932" y="36076"/>
                    <a:pt x="1384843" y="55176"/>
                    <a:pt x="1384843" y="75092"/>
                  </a:cubicBezTo>
                  <a:lnTo>
                    <a:pt x="1384843" y="2680727"/>
                  </a:lnTo>
                  <a:cubicBezTo>
                    <a:pt x="1384843" y="2722199"/>
                    <a:pt x="1351224" y="2755819"/>
                    <a:pt x="1309751" y="2755819"/>
                  </a:cubicBezTo>
                  <a:lnTo>
                    <a:pt x="75092" y="2755819"/>
                  </a:lnTo>
                  <a:cubicBezTo>
                    <a:pt x="33620" y="2755819"/>
                    <a:pt x="0" y="2722199"/>
                    <a:pt x="0" y="2680727"/>
                  </a:cubicBezTo>
                  <a:lnTo>
                    <a:pt x="0" y="75092"/>
                  </a:lnTo>
                  <a:cubicBezTo>
                    <a:pt x="0" y="33620"/>
                    <a:pt x="33620" y="0"/>
                    <a:pt x="7509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DE59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84843" cy="27939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6221666" y="0"/>
            <a:ext cx="0" cy="10287000"/>
          </a:xfrm>
          <a:prstGeom prst="line">
            <a:avLst/>
          </a:prstGeom>
          <a:ln cap="flat" w="1714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6039273" y="91275"/>
            <a:ext cx="4071692" cy="937425"/>
            <a:chOff x="0" y="0"/>
            <a:chExt cx="5428923" cy="1249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28923" cy="1249900"/>
            </a:xfrm>
            <a:custGeom>
              <a:avLst/>
              <a:gdLst/>
              <a:ahLst/>
              <a:cxnLst/>
              <a:rect r="r" b="b" t="t" l="l"/>
              <a:pathLst>
                <a:path h="1249900" w="5428923">
                  <a:moveTo>
                    <a:pt x="0" y="0"/>
                  </a:moveTo>
                  <a:lnTo>
                    <a:pt x="5428923" y="0"/>
                  </a:lnTo>
                  <a:lnTo>
                    <a:pt x="5428923" y="1249900"/>
                  </a:lnTo>
                  <a:lnTo>
                    <a:pt x="0" y="1249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726" t="0" r="-726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479855" y="375256"/>
              <a:ext cx="4768753" cy="4612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18"/>
                </a:lnSpc>
              </a:pPr>
              <a:r>
                <a:rPr lang="en-US" sz="2084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Task Partitioning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039273" y="1346772"/>
            <a:ext cx="4452837" cy="1021277"/>
            <a:chOff x="0" y="0"/>
            <a:chExt cx="5937115" cy="136170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874652" cy="1361703"/>
            </a:xfrm>
            <a:custGeom>
              <a:avLst/>
              <a:gdLst/>
              <a:ahLst/>
              <a:cxnLst/>
              <a:rect r="r" b="b" t="t" l="l"/>
              <a:pathLst>
                <a:path h="1361703" w="5874652">
                  <a:moveTo>
                    <a:pt x="0" y="0"/>
                  </a:moveTo>
                  <a:lnTo>
                    <a:pt x="5874652" y="0"/>
                  </a:lnTo>
                  <a:lnTo>
                    <a:pt x="5874652" y="1361703"/>
                  </a:lnTo>
                  <a:lnTo>
                    <a:pt x="0" y="1361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241293" y="419366"/>
              <a:ext cx="5695822" cy="4848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81"/>
                </a:lnSpc>
              </a:pPr>
              <a:r>
                <a:rPr lang="en-US" sz="2201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Deep Q - Learning ( DQN)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813935" y="3093108"/>
            <a:ext cx="299644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Module 3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039273" y="2682374"/>
            <a:ext cx="5008004" cy="1078684"/>
            <a:chOff x="0" y="0"/>
            <a:chExt cx="6677339" cy="143824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37797" cy="1438245"/>
            </a:xfrm>
            <a:custGeom>
              <a:avLst/>
              <a:gdLst/>
              <a:ahLst/>
              <a:cxnLst/>
              <a:rect r="r" b="b" t="t" l="l"/>
              <a:pathLst>
                <a:path h="1438245" w="6337797">
                  <a:moveTo>
                    <a:pt x="0" y="0"/>
                  </a:moveTo>
                  <a:lnTo>
                    <a:pt x="6337797" y="0"/>
                  </a:lnTo>
                  <a:lnTo>
                    <a:pt x="6337797" y="1438245"/>
                  </a:lnTo>
                  <a:lnTo>
                    <a:pt x="0" y="14382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1169893" y="437544"/>
              <a:ext cx="5088768" cy="5250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8"/>
                </a:lnSpc>
              </a:pP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339542" y="517844"/>
              <a:ext cx="6337797" cy="5157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53"/>
                </a:lnSpc>
              </a:pPr>
              <a:r>
                <a:rPr lang="en-US" sz="2323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Algorithm Implementation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-1801374">
            <a:off x="16558101" y="9038053"/>
            <a:ext cx="3140095" cy="3140095"/>
          </a:xfrm>
          <a:custGeom>
            <a:avLst/>
            <a:gdLst/>
            <a:ahLst/>
            <a:cxnLst/>
            <a:rect r="r" b="b" t="t" l="l"/>
            <a:pathLst>
              <a:path h="3140095" w="3140095">
                <a:moveTo>
                  <a:pt x="0" y="0"/>
                </a:moveTo>
                <a:lnTo>
                  <a:pt x="3140095" y="0"/>
                </a:lnTo>
                <a:lnTo>
                  <a:pt x="3140095" y="3140094"/>
                </a:lnTo>
                <a:lnTo>
                  <a:pt x="0" y="31400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6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7018122" y="3028429"/>
            <a:ext cx="4737774" cy="2596665"/>
          </a:xfrm>
          <a:custGeom>
            <a:avLst/>
            <a:gdLst/>
            <a:ahLst/>
            <a:cxnLst/>
            <a:rect r="r" b="b" t="t" l="l"/>
            <a:pathLst>
              <a:path h="2596665" w="4737774">
                <a:moveTo>
                  <a:pt x="0" y="0"/>
                </a:moveTo>
                <a:lnTo>
                  <a:pt x="4737775" y="0"/>
                </a:lnTo>
                <a:lnTo>
                  <a:pt x="4737775" y="2596664"/>
                </a:lnTo>
                <a:lnTo>
                  <a:pt x="0" y="259666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-6525670">
            <a:off x="16676113" y="-585306"/>
            <a:ext cx="2904072" cy="2290587"/>
          </a:xfrm>
          <a:custGeom>
            <a:avLst/>
            <a:gdLst/>
            <a:ahLst/>
            <a:cxnLst/>
            <a:rect r="r" b="b" t="t" l="l"/>
            <a:pathLst>
              <a:path h="2290587" w="2904072">
                <a:moveTo>
                  <a:pt x="0" y="0"/>
                </a:moveTo>
                <a:lnTo>
                  <a:pt x="2904071" y="0"/>
                </a:lnTo>
                <a:lnTo>
                  <a:pt x="2904071" y="2290587"/>
                </a:lnTo>
                <a:lnTo>
                  <a:pt x="0" y="229058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-5763520" y="5543372"/>
            <a:ext cx="9022634" cy="9258300"/>
          </a:xfrm>
          <a:custGeom>
            <a:avLst/>
            <a:gdLst/>
            <a:ahLst/>
            <a:cxnLst/>
            <a:rect r="r" b="b" t="t" l="l"/>
            <a:pathLst>
              <a:path h="9258300" w="9022634">
                <a:moveTo>
                  <a:pt x="0" y="0"/>
                </a:moveTo>
                <a:lnTo>
                  <a:pt x="9022634" y="0"/>
                </a:lnTo>
                <a:lnTo>
                  <a:pt x="9022634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-1801374">
            <a:off x="-1397663" y="-4043726"/>
            <a:ext cx="6286050" cy="6286050"/>
          </a:xfrm>
          <a:custGeom>
            <a:avLst/>
            <a:gdLst/>
            <a:ahLst/>
            <a:cxnLst/>
            <a:rect r="r" b="b" t="t" l="l"/>
            <a:pathLst>
              <a:path h="6286050" w="6286050">
                <a:moveTo>
                  <a:pt x="0" y="0"/>
                </a:moveTo>
                <a:lnTo>
                  <a:pt x="6286049" y="0"/>
                </a:lnTo>
                <a:lnTo>
                  <a:pt x="6286049" y="6286050"/>
                </a:lnTo>
                <a:lnTo>
                  <a:pt x="0" y="62860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6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5886557" y="4075382"/>
            <a:ext cx="5313436" cy="1218659"/>
            <a:chOff x="0" y="0"/>
            <a:chExt cx="7084581" cy="162487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010046" cy="1624879"/>
            </a:xfrm>
            <a:custGeom>
              <a:avLst/>
              <a:gdLst/>
              <a:ahLst/>
              <a:cxnLst/>
              <a:rect r="r" b="b" t="t" l="l"/>
              <a:pathLst>
                <a:path h="1624879" w="7010046">
                  <a:moveTo>
                    <a:pt x="0" y="0"/>
                  </a:moveTo>
                  <a:lnTo>
                    <a:pt x="7010046" y="0"/>
                  </a:lnTo>
                  <a:lnTo>
                    <a:pt x="7010046" y="1624879"/>
                  </a:lnTo>
                  <a:lnTo>
                    <a:pt x="0" y="1624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 rot="0">
              <a:off x="287928" y="498255"/>
              <a:ext cx="6796654" cy="5807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77"/>
                </a:lnSpc>
              </a:pP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958002" y="291165"/>
              <a:ext cx="5735232" cy="11882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40"/>
                </a:lnSpc>
              </a:pPr>
              <a:r>
                <a:rPr lang="en-US" sz="2600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ERS – Enhanced Reward Shaping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>
            <a:off x="11380302" y="4513595"/>
            <a:ext cx="1201483" cy="867653"/>
          </a:xfrm>
          <a:prstGeom prst="line">
            <a:avLst/>
          </a:prstGeom>
          <a:ln cap="flat" w="76200">
            <a:solidFill>
              <a:srgbClr val="000000"/>
            </a:solidFill>
            <a:prstDash val="sysDot"/>
            <a:headEnd type="none" len="sm" w="sm"/>
            <a:tailEnd type="arrow" len="sm" w="med"/>
          </a:ln>
        </p:spPr>
      </p:sp>
      <p:grpSp>
        <p:nvGrpSpPr>
          <p:cNvPr name="Group 27" id="27"/>
          <p:cNvGrpSpPr/>
          <p:nvPr/>
        </p:nvGrpSpPr>
        <p:grpSpPr>
          <a:xfrm rot="0">
            <a:off x="12762093" y="5995695"/>
            <a:ext cx="3921169" cy="1354586"/>
            <a:chOff x="0" y="0"/>
            <a:chExt cx="5228226" cy="180611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228226" cy="1806114"/>
            </a:xfrm>
            <a:custGeom>
              <a:avLst/>
              <a:gdLst/>
              <a:ahLst/>
              <a:cxnLst/>
              <a:rect r="r" b="b" t="t" l="l"/>
              <a:pathLst>
                <a:path h="1806114" w="5228226">
                  <a:moveTo>
                    <a:pt x="0" y="0"/>
                  </a:moveTo>
                  <a:lnTo>
                    <a:pt x="5228226" y="0"/>
                  </a:lnTo>
                  <a:lnTo>
                    <a:pt x="5228226" y="1806114"/>
                  </a:lnTo>
                  <a:lnTo>
                    <a:pt x="0" y="18061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 rot="0">
              <a:off x="128396" y="278997"/>
              <a:ext cx="5099830" cy="9428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14"/>
                </a:lnSpc>
              </a:pPr>
              <a:r>
                <a:rPr lang="en-US" sz="2081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2. Add bonuses for fast and</a:t>
              </a:r>
            </a:p>
            <a:p>
              <a:pPr algn="ctr">
                <a:lnSpc>
                  <a:spcPts val="2914"/>
                </a:lnSpc>
              </a:pPr>
              <a:r>
                <a:rPr lang="en-US" sz="2081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efficient tasks.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300839" y="4260086"/>
            <a:ext cx="4022638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DRL - Based Task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Offloading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2762093" y="4482707"/>
            <a:ext cx="3722707" cy="1321586"/>
            <a:chOff x="0" y="0"/>
            <a:chExt cx="4963609" cy="176211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963609" cy="1762115"/>
            </a:xfrm>
            <a:custGeom>
              <a:avLst/>
              <a:gdLst/>
              <a:ahLst/>
              <a:cxnLst/>
              <a:rect r="r" b="b" t="t" l="l"/>
              <a:pathLst>
                <a:path h="1762115" w="4963609">
                  <a:moveTo>
                    <a:pt x="0" y="0"/>
                  </a:moveTo>
                  <a:lnTo>
                    <a:pt x="4963609" y="0"/>
                  </a:lnTo>
                  <a:lnTo>
                    <a:pt x="4963609" y="1762115"/>
                  </a:lnTo>
                  <a:lnTo>
                    <a:pt x="0" y="17621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-1382" t="0" r="-1382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 rot="0">
              <a:off x="703358" y="429422"/>
              <a:ext cx="3810694" cy="7823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42"/>
                </a:lnSpc>
              </a:pPr>
              <a:r>
                <a:rPr lang="en-US" sz="1744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1.Always negative rewards → hard learning 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937725" y="7501452"/>
            <a:ext cx="4080397" cy="1409592"/>
            <a:chOff x="0" y="0"/>
            <a:chExt cx="5440530" cy="187945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440530" cy="1879456"/>
            </a:xfrm>
            <a:custGeom>
              <a:avLst/>
              <a:gdLst/>
              <a:ahLst/>
              <a:cxnLst/>
              <a:rect r="r" b="b" t="t" l="l"/>
              <a:pathLst>
                <a:path h="1879456" w="5440530">
                  <a:moveTo>
                    <a:pt x="0" y="0"/>
                  </a:moveTo>
                  <a:lnTo>
                    <a:pt x="5440530" y="0"/>
                  </a:lnTo>
                  <a:lnTo>
                    <a:pt x="5440530" y="1879456"/>
                  </a:lnTo>
                  <a:lnTo>
                    <a:pt x="0" y="18794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 rot="0">
              <a:off x="103464" y="518268"/>
              <a:ext cx="5233602" cy="7751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13"/>
                </a:lnSpc>
              </a:pPr>
              <a:r>
                <a:rPr lang="en-US" sz="1724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3. Better guidance → quicker learning</a:t>
              </a:r>
            </a:p>
            <a:p>
              <a:pPr algn="ctr">
                <a:lnSpc>
                  <a:spcPts val="2413"/>
                </a:lnSpc>
              </a:pPr>
              <a:r>
                <a:rPr lang="en-US" sz="1724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, less negative reward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039273" y="5979841"/>
            <a:ext cx="4815410" cy="1078684"/>
            <a:chOff x="0" y="0"/>
            <a:chExt cx="6420547" cy="1438245"/>
          </a:xfrm>
        </p:grpSpPr>
        <p:sp>
          <p:nvSpPr>
            <p:cNvPr name="TextBox 38" id="38"/>
            <p:cNvSpPr txBox="true"/>
            <p:nvPr/>
          </p:nvSpPr>
          <p:spPr>
            <a:xfrm rot="0">
              <a:off x="1169893" y="437544"/>
              <a:ext cx="5088768" cy="5250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8"/>
                </a:lnSpc>
              </a:pPr>
            </a:p>
          </p:txBody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337797" cy="1438245"/>
            </a:xfrm>
            <a:custGeom>
              <a:avLst/>
              <a:gdLst/>
              <a:ahLst/>
              <a:cxnLst/>
              <a:rect r="r" b="b" t="t" l="l"/>
              <a:pathLst>
                <a:path h="1438245" w="6337797">
                  <a:moveTo>
                    <a:pt x="0" y="0"/>
                  </a:moveTo>
                  <a:lnTo>
                    <a:pt x="6337797" y="0"/>
                  </a:lnTo>
                  <a:lnTo>
                    <a:pt x="6337797" y="1438245"/>
                  </a:lnTo>
                  <a:lnTo>
                    <a:pt x="0" y="14382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 rot="0">
              <a:off x="82750" y="446824"/>
              <a:ext cx="6337797" cy="5157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53"/>
                </a:lnSpc>
              </a:pPr>
              <a:r>
                <a:rPr lang="en-US" sz="2323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Micro-Deadline Check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03038" y="-88249"/>
            <a:ext cx="4531403" cy="10463498"/>
            <a:chOff x="0" y="0"/>
            <a:chExt cx="1193456" cy="2755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93456" cy="2755819"/>
            </a:xfrm>
            <a:custGeom>
              <a:avLst/>
              <a:gdLst/>
              <a:ahLst/>
              <a:cxnLst/>
              <a:rect r="r" b="b" t="t" l="l"/>
              <a:pathLst>
                <a:path h="2755819" w="1193456">
                  <a:moveTo>
                    <a:pt x="87134" y="0"/>
                  </a:moveTo>
                  <a:lnTo>
                    <a:pt x="1106322" y="0"/>
                  </a:lnTo>
                  <a:cubicBezTo>
                    <a:pt x="1154445" y="0"/>
                    <a:pt x="1193456" y="39011"/>
                    <a:pt x="1193456" y="87134"/>
                  </a:cubicBezTo>
                  <a:lnTo>
                    <a:pt x="1193456" y="2668685"/>
                  </a:lnTo>
                  <a:cubicBezTo>
                    <a:pt x="1193456" y="2716808"/>
                    <a:pt x="1154445" y="2755819"/>
                    <a:pt x="1106322" y="2755819"/>
                  </a:cubicBezTo>
                  <a:lnTo>
                    <a:pt x="87134" y="2755819"/>
                  </a:lnTo>
                  <a:cubicBezTo>
                    <a:pt x="39011" y="2755819"/>
                    <a:pt x="0" y="2716808"/>
                    <a:pt x="0" y="2668685"/>
                  </a:cubicBezTo>
                  <a:lnTo>
                    <a:pt x="0" y="87134"/>
                  </a:lnTo>
                  <a:cubicBezTo>
                    <a:pt x="0" y="39011"/>
                    <a:pt x="39011" y="0"/>
                    <a:pt x="8713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DE59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193456" cy="27939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4195065" y="949859"/>
          <a:ext cx="13960493" cy="7867594"/>
        </p:xfrm>
        <a:graphic>
          <a:graphicData uri="http://schemas.openxmlformats.org/drawingml/2006/table">
            <a:tbl>
              <a:tblPr/>
              <a:tblGrid>
                <a:gridCol w="4677550"/>
                <a:gridCol w="9282943"/>
              </a:tblGrid>
              <a:tr h="102413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8C52FF">
                            <a:alpha val="100000"/>
                          </a:srgbClr>
                        </a:gs>
                        <a:gs pos="100000">
                          <a:srgbClr val="FF914D">
                            <a:alpha val="100000"/>
                          </a:srgbClr>
                        </a:gs>
                      </a:gsLst>
                      <a:lin ang="540000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8C52FF">
                            <a:alpha val="100000"/>
                          </a:srgbClr>
                        </a:gs>
                        <a:gs pos="100000">
                          <a:srgbClr val="FF914D">
                            <a:alpha val="100000"/>
                          </a:srgbClr>
                        </a:gs>
                      </a:gsLst>
                      <a:lin ang="5400000"/>
                    </a:gradFill>
                  </a:tcPr>
                </a:tc>
              </a:tr>
              <a:tr h="102413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413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5903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5903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5903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5903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5903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0" y="3264940"/>
            <a:ext cx="367297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Module 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0" y="4260086"/>
            <a:ext cx="4022638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DRL - Based Task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Offloading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869225" y="1138525"/>
            <a:ext cx="287705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0" y="1138525"/>
            <a:ext cx="390567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DQN does?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060441" y="2283644"/>
            <a:ext cx="3589734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Initialize the agent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713397" y="3272183"/>
            <a:ext cx="3032879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Take an Action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616886" y="4217223"/>
            <a:ext cx="365307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Recieve a Reward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616886" y="5245288"/>
            <a:ext cx="3542229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Store Experience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426506" y="6273671"/>
            <a:ext cx="4288869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Train the Neural Network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426506" y="7155051"/>
            <a:ext cx="434899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Reduce Randomness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616886" y="8097391"/>
            <a:ext cx="3908108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Improve over Time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956431" y="2283644"/>
            <a:ext cx="644417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agent starts with no knowledge.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066981" y="3366859"/>
            <a:ext cx="8978027" cy="389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agent offloads a task (Local, Master  UAV, SlaveUAV, Cloud).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773181" y="4148326"/>
            <a:ext cx="10974096" cy="76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Based on delay &amp; energy consumption, the agent gets</a:t>
            </a:r>
          </a:p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 negative reward.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07031" y="5235445"/>
            <a:ext cx="8306395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agent saves (state, action, reward, next_state).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07031" y="6224140"/>
            <a:ext cx="8031123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agent learns which actions maximize reward.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443424" y="7164576"/>
            <a:ext cx="13960493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agent shifts from random choices to smart decisions.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038525" y="8177400"/>
            <a:ext cx="9034939" cy="372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After many episodes, the agent chooses the best action every time.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-5678564">
            <a:off x="-2695690" y="6918526"/>
            <a:ext cx="6489801" cy="5118831"/>
          </a:xfrm>
          <a:custGeom>
            <a:avLst/>
            <a:gdLst/>
            <a:ahLst/>
            <a:cxnLst/>
            <a:rect r="r" b="b" t="t" l="l"/>
            <a:pathLst>
              <a:path h="5118831" w="6489801">
                <a:moveTo>
                  <a:pt x="0" y="0"/>
                </a:moveTo>
                <a:lnTo>
                  <a:pt x="6489801" y="0"/>
                </a:lnTo>
                <a:lnTo>
                  <a:pt x="6489801" y="5118830"/>
                </a:lnTo>
                <a:lnTo>
                  <a:pt x="0" y="51188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6443424" y="9417528"/>
            <a:ext cx="4737774" cy="2596665"/>
          </a:xfrm>
          <a:custGeom>
            <a:avLst/>
            <a:gdLst/>
            <a:ahLst/>
            <a:cxnLst/>
            <a:rect r="r" b="b" t="t" l="l"/>
            <a:pathLst>
              <a:path h="2596665" w="4737774">
                <a:moveTo>
                  <a:pt x="0" y="0"/>
                </a:moveTo>
                <a:lnTo>
                  <a:pt x="4737774" y="0"/>
                </a:lnTo>
                <a:lnTo>
                  <a:pt x="4737774" y="2596665"/>
                </a:lnTo>
                <a:lnTo>
                  <a:pt x="0" y="25966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-4596129" y="-5662585"/>
            <a:ext cx="9022634" cy="9258300"/>
          </a:xfrm>
          <a:custGeom>
            <a:avLst/>
            <a:gdLst/>
            <a:ahLst/>
            <a:cxnLst/>
            <a:rect r="r" b="b" t="t" l="l"/>
            <a:pathLst>
              <a:path h="9258300" w="9022634">
                <a:moveTo>
                  <a:pt x="0" y="0"/>
                </a:moveTo>
                <a:lnTo>
                  <a:pt x="9022635" y="0"/>
                </a:lnTo>
                <a:lnTo>
                  <a:pt x="9022635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-1801374">
            <a:off x="15900017" y="7232224"/>
            <a:ext cx="6286050" cy="6286050"/>
          </a:xfrm>
          <a:custGeom>
            <a:avLst/>
            <a:gdLst/>
            <a:ahLst/>
            <a:cxnLst/>
            <a:rect r="r" b="b" t="t" l="l"/>
            <a:pathLst>
              <a:path h="6286050" w="6286050">
                <a:moveTo>
                  <a:pt x="0" y="0"/>
                </a:moveTo>
                <a:lnTo>
                  <a:pt x="6286050" y="0"/>
                </a:lnTo>
                <a:lnTo>
                  <a:pt x="6286050" y="6286050"/>
                </a:lnTo>
                <a:lnTo>
                  <a:pt x="0" y="62860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26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28776" y="0"/>
            <a:ext cx="5258077" cy="10463498"/>
            <a:chOff x="0" y="0"/>
            <a:chExt cx="1384843" cy="2755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84843" cy="2755819"/>
            </a:xfrm>
            <a:custGeom>
              <a:avLst/>
              <a:gdLst/>
              <a:ahLst/>
              <a:cxnLst/>
              <a:rect r="r" b="b" t="t" l="l"/>
              <a:pathLst>
                <a:path h="2755819" w="1384843">
                  <a:moveTo>
                    <a:pt x="75092" y="0"/>
                  </a:moveTo>
                  <a:lnTo>
                    <a:pt x="1309751" y="0"/>
                  </a:lnTo>
                  <a:cubicBezTo>
                    <a:pt x="1329667" y="0"/>
                    <a:pt x="1348767" y="7911"/>
                    <a:pt x="1362849" y="21994"/>
                  </a:cubicBezTo>
                  <a:cubicBezTo>
                    <a:pt x="1376932" y="36076"/>
                    <a:pt x="1384843" y="55176"/>
                    <a:pt x="1384843" y="75092"/>
                  </a:cubicBezTo>
                  <a:lnTo>
                    <a:pt x="1384843" y="2680727"/>
                  </a:lnTo>
                  <a:cubicBezTo>
                    <a:pt x="1384843" y="2722199"/>
                    <a:pt x="1351224" y="2755819"/>
                    <a:pt x="1309751" y="2755819"/>
                  </a:cubicBezTo>
                  <a:lnTo>
                    <a:pt x="75092" y="2755819"/>
                  </a:lnTo>
                  <a:cubicBezTo>
                    <a:pt x="33620" y="2755819"/>
                    <a:pt x="0" y="2722199"/>
                    <a:pt x="0" y="2680727"/>
                  </a:cubicBezTo>
                  <a:lnTo>
                    <a:pt x="0" y="75092"/>
                  </a:lnTo>
                  <a:cubicBezTo>
                    <a:pt x="0" y="33620"/>
                    <a:pt x="33620" y="0"/>
                    <a:pt x="7509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DE59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84843" cy="27939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58858" y="3645837"/>
            <a:ext cx="301704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Module 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56324" y="4651359"/>
            <a:ext cx="4022638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Numerical Analysis</a:t>
            </a:r>
          </a:p>
        </p:txBody>
      </p:sp>
      <p:sp>
        <p:nvSpPr>
          <p:cNvPr name="AutoShape 7" id="7"/>
          <p:cNvSpPr/>
          <p:nvPr/>
        </p:nvSpPr>
        <p:spPr>
          <a:xfrm>
            <a:off x="6161903" y="88249"/>
            <a:ext cx="0" cy="10287000"/>
          </a:xfrm>
          <a:prstGeom prst="line">
            <a:avLst/>
          </a:prstGeom>
          <a:ln cap="flat" w="1714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5817843" y="1419065"/>
            <a:ext cx="6578504" cy="1578223"/>
            <a:chOff x="0" y="0"/>
            <a:chExt cx="8771338" cy="21042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95240" y="0"/>
              <a:ext cx="8476099" cy="2104298"/>
            </a:xfrm>
            <a:custGeom>
              <a:avLst/>
              <a:gdLst/>
              <a:ahLst/>
              <a:cxnLst/>
              <a:rect r="r" b="b" t="t" l="l"/>
              <a:pathLst>
                <a:path h="2104298" w="8476099">
                  <a:moveTo>
                    <a:pt x="0" y="0"/>
                  </a:moveTo>
                  <a:lnTo>
                    <a:pt x="8476098" y="0"/>
                  </a:lnTo>
                  <a:lnTo>
                    <a:pt x="8476098" y="2104298"/>
                  </a:lnTo>
                  <a:lnTo>
                    <a:pt x="0" y="21042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4699" t="0" r="-4699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946017" y="661166"/>
              <a:ext cx="7445384" cy="7791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14"/>
                </a:lnSpc>
              </a:pP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760663"/>
              <a:ext cx="8672925" cy="7516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Performance Metrics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891653" y="6686863"/>
            <a:ext cx="6504694" cy="1491879"/>
            <a:chOff x="0" y="0"/>
            <a:chExt cx="8672925" cy="19891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581679" cy="1989172"/>
            </a:xfrm>
            <a:custGeom>
              <a:avLst/>
              <a:gdLst/>
              <a:ahLst/>
              <a:cxnLst/>
              <a:rect r="r" b="b" t="t" l="l"/>
              <a:pathLst>
                <a:path h="1989172" w="8581679">
                  <a:moveTo>
                    <a:pt x="0" y="0"/>
                  </a:moveTo>
                  <a:lnTo>
                    <a:pt x="8581679" y="0"/>
                  </a:lnTo>
                  <a:lnTo>
                    <a:pt x="8581679" y="1989172"/>
                  </a:lnTo>
                  <a:lnTo>
                    <a:pt x="0" y="19891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352480" y="601590"/>
              <a:ext cx="8320445" cy="7193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01"/>
                </a:lnSpc>
              </a:pP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1382762" y="585434"/>
              <a:ext cx="5617845" cy="7516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Graphs and Analysis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076178" y="4051364"/>
            <a:ext cx="6357074" cy="1578223"/>
            <a:chOff x="0" y="0"/>
            <a:chExt cx="8476099" cy="210429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476099" cy="2104298"/>
            </a:xfrm>
            <a:custGeom>
              <a:avLst/>
              <a:gdLst/>
              <a:ahLst/>
              <a:cxnLst/>
              <a:rect r="r" b="b" t="t" l="l"/>
              <a:pathLst>
                <a:path h="2104298" w="8476099">
                  <a:moveTo>
                    <a:pt x="0" y="0"/>
                  </a:moveTo>
                  <a:lnTo>
                    <a:pt x="8476099" y="0"/>
                  </a:lnTo>
                  <a:lnTo>
                    <a:pt x="8476099" y="2104298"/>
                  </a:lnTo>
                  <a:lnTo>
                    <a:pt x="0" y="21042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-4699" t="0" r="-4699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650777" y="661166"/>
              <a:ext cx="7445384" cy="7791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14"/>
                </a:lnSpc>
              </a:pP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610476" y="274873"/>
              <a:ext cx="6752824" cy="15517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Comparison with BenchMarks 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-6525670">
            <a:off x="15490473" y="-819465"/>
            <a:ext cx="4686313" cy="3696330"/>
          </a:xfrm>
          <a:custGeom>
            <a:avLst/>
            <a:gdLst/>
            <a:ahLst/>
            <a:cxnLst/>
            <a:rect r="r" b="b" t="t" l="l"/>
            <a:pathLst>
              <a:path h="3696330" w="4686313">
                <a:moveTo>
                  <a:pt x="0" y="0"/>
                </a:moveTo>
                <a:lnTo>
                  <a:pt x="4686313" y="0"/>
                </a:lnTo>
                <a:lnTo>
                  <a:pt x="4686313" y="3696330"/>
                </a:lnTo>
                <a:lnTo>
                  <a:pt x="0" y="36963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6786682" y="4326761"/>
            <a:ext cx="4737774" cy="2596665"/>
          </a:xfrm>
          <a:custGeom>
            <a:avLst/>
            <a:gdLst/>
            <a:ahLst/>
            <a:cxnLst/>
            <a:rect r="r" b="b" t="t" l="l"/>
            <a:pathLst>
              <a:path h="2596665" w="4737774">
                <a:moveTo>
                  <a:pt x="0" y="0"/>
                </a:moveTo>
                <a:lnTo>
                  <a:pt x="4737774" y="0"/>
                </a:lnTo>
                <a:lnTo>
                  <a:pt x="4737774" y="2596665"/>
                </a:lnTo>
                <a:lnTo>
                  <a:pt x="0" y="259666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1801374">
            <a:off x="13215656" y="7837750"/>
            <a:ext cx="6286050" cy="6286050"/>
          </a:xfrm>
          <a:custGeom>
            <a:avLst/>
            <a:gdLst/>
            <a:ahLst/>
            <a:cxnLst/>
            <a:rect r="r" b="b" t="t" l="l"/>
            <a:pathLst>
              <a:path h="6286050" w="6286050">
                <a:moveTo>
                  <a:pt x="0" y="0"/>
                </a:moveTo>
                <a:lnTo>
                  <a:pt x="6286049" y="0"/>
                </a:lnTo>
                <a:lnTo>
                  <a:pt x="6286049" y="6286049"/>
                </a:lnTo>
                <a:lnTo>
                  <a:pt x="0" y="628604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26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-5678564">
            <a:off x="-2586043" y="6698885"/>
            <a:ext cx="6489801" cy="5118831"/>
          </a:xfrm>
          <a:custGeom>
            <a:avLst/>
            <a:gdLst/>
            <a:ahLst/>
            <a:cxnLst/>
            <a:rect r="r" b="b" t="t" l="l"/>
            <a:pathLst>
              <a:path h="5118831" w="6489801">
                <a:moveTo>
                  <a:pt x="0" y="0"/>
                </a:moveTo>
                <a:lnTo>
                  <a:pt x="6489801" y="0"/>
                </a:lnTo>
                <a:lnTo>
                  <a:pt x="6489801" y="5118830"/>
                </a:lnTo>
                <a:lnTo>
                  <a:pt x="0" y="51188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-3979578" y="-3715867"/>
            <a:ext cx="7652985" cy="7852876"/>
          </a:xfrm>
          <a:custGeom>
            <a:avLst/>
            <a:gdLst/>
            <a:ahLst/>
            <a:cxnLst/>
            <a:rect r="r" b="b" t="t" l="l"/>
            <a:pathLst>
              <a:path h="7852876" w="7652985">
                <a:moveTo>
                  <a:pt x="0" y="0"/>
                </a:moveTo>
                <a:lnTo>
                  <a:pt x="7652985" y="0"/>
                </a:lnTo>
                <a:lnTo>
                  <a:pt x="7652985" y="7852876"/>
                </a:lnTo>
                <a:lnTo>
                  <a:pt x="0" y="785287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22575">
            <a:off x="-600081" y="-2262457"/>
            <a:ext cx="3822806" cy="3822806"/>
          </a:xfrm>
          <a:custGeom>
            <a:avLst/>
            <a:gdLst/>
            <a:ahLst/>
            <a:cxnLst/>
            <a:rect r="r" b="b" t="t" l="l"/>
            <a:pathLst>
              <a:path h="3822806" w="3822806">
                <a:moveTo>
                  <a:pt x="0" y="0"/>
                </a:moveTo>
                <a:lnTo>
                  <a:pt x="3822807" y="0"/>
                </a:lnTo>
                <a:lnTo>
                  <a:pt x="3822807" y="3822806"/>
                </a:lnTo>
                <a:lnTo>
                  <a:pt x="0" y="3822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dash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1801374">
            <a:off x="13457734" y="8233169"/>
            <a:ext cx="6286050" cy="6286050"/>
          </a:xfrm>
          <a:custGeom>
            <a:avLst/>
            <a:gdLst/>
            <a:ahLst/>
            <a:cxnLst/>
            <a:rect r="r" b="b" t="t" l="l"/>
            <a:pathLst>
              <a:path h="6286050" w="6286050">
                <a:moveTo>
                  <a:pt x="0" y="0"/>
                </a:moveTo>
                <a:lnTo>
                  <a:pt x="6286050" y="0"/>
                </a:lnTo>
                <a:lnTo>
                  <a:pt x="6286050" y="6286050"/>
                </a:lnTo>
                <a:lnTo>
                  <a:pt x="0" y="62860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678564">
            <a:off x="-2479105" y="7118015"/>
            <a:ext cx="6489801" cy="5118831"/>
          </a:xfrm>
          <a:custGeom>
            <a:avLst/>
            <a:gdLst/>
            <a:ahLst/>
            <a:cxnLst/>
            <a:rect r="r" b="b" t="t" l="l"/>
            <a:pathLst>
              <a:path h="5118831" w="6489801">
                <a:moveTo>
                  <a:pt x="0" y="0"/>
                </a:moveTo>
                <a:lnTo>
                  <a:pt x="6489801" y="0"/>
                </a:lnTo>
                <a:lnTo>
                  <a:pt x="6489801" y="5118831"/>
                </a:lnTo>
                <a:lnTo>
                  <a:pt x="0" y="51188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018122" y="4281103"/>
            <a:ext cx="4737774" cy="2596665"/>
          </a:xfrm>
          <a:custGeom>
            <a:avLst/>
            <a:gdLst/>
            <a:ahLst/>
            <a:cxnLst/>
            <a:rect r="r" b="b" t="t" l="l"/>
            <a:pathLst>
              <a:path h="2596665" w="4737774">
                <a:moveTo>
                  <a:pt x="0" y="0"/>
                </a:moveTo>
                <a:lnTo>
                  <a:pt x="4737775" y="0"/>
                </a:lnTo>
                <a:lnTo>
                  <a:pt x="4737775" y="2596664"/>
                </a:lnTo>
                <a:lnTo>
                  <a:pt x="0" y="25966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520096" y="2546835"/>
            <a:ext cx="4737774" cy="2596665"/>
          </a:xfrm>
          <a:custGeom>
            <a:avLst/>
            <a:gdLst/>
            <a:ahLst/>
            <a:cxnLst/>
            <a:rect r="r" b="b" t="t" l="l"/>
            <a:pathLst>
              <a:path h="2596665" w="4737774">
                <a:moveTo>
                  <a:pt x="0" y="0"/>
                </a:moveTo>
                <a:lnTo>
                  <a:pt x="4737774" y="0"/>
                </a:lnTo>
                <a:lnTo>
                  <a:pt x="4737774" y="2596665"/>
                </a:lnTo>
                <a:lnTo>
                  <a:pt x="0" y="25966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285238" y="2376826"/>
            <a:ext cx="5285405" cy="1859260"/>
          </a:xfrm>
          <a:custGeom>
            <a:avLst/>
            <a:gdLst/>
            <a:ahLst/>
            <a:cxnLst/>
            <a:rect r="r" b="b" t="t" l="l"/>
            <a:pathLst>
              <a:path h="1859260" w="5285405">
                <a:moveTo>
                  <a:pt x="0" y="0"/>
                </a:moveTo>
                <a:lnTo>
                  <a:pt x="5285405" y="0"/>
                </a:lnTo>
                <a:lnTo>
                  <a:pt x="5285405" y="1859259"/>
                </a:lnTo>
                <a:lnTo>
                  <a:pt x="0" y="18592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6014" t="0" r="-6014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827417" y="5770901"/>
            <a:ext cx="3530457" cy="1897795"/>
          </a:xfrm>
          <a:custGeom>
            <a:avLst/>
            <a:gdLst/>
            <a:ahLst/>
            <a:cxnLst/>
            <a:rect r="r" b="b" t="t" l="l"/>
            <a:pathLst>
              <a:path h="1897795" w="3530457">
                <a:moveTo>
                  <a:pt x="0" y="0"/>
                </a:moveTo>
                <a:lnTo>
                  <a:pt x="3530457" y="0"/>
                </a:lnTo>
                <a:lnTo>
                  <a:pt x="3530457" y="1897796"/>
                </a:lnTo>
                <a:lnTo>
                  <a:pt x="0" y="18977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672568" y="5579435"/>
            <a:ext cx="5284733" cy="1965464"/>
          </a:xfrm>
          <a:custGeom>
            <a:avLst/>
            <a:gdLst/>
            <a:ahLst/>
            <a:cxnLst/>
            <a:rect r="r" b="b" t="t" l="l"/>
            <a:pathLst>
              <a:path h="1965464" w="5284733">
                <a:moveTo>
                  <a:pt x="0" y="0"/>
                </a:moveTo>
                <a:lnTo>
                  <a:pt x="5284734" y="0"/>
                </a:lnTo>
                <a:lnTo>
                  <a:pt x="5284734" y="1965464"/>
                </a:lnTo>
                <a:lnTo>
                  <a:pt x="0" y="196546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061444" y="8243463"/>
            <a:ext cx="4081292" cy="1433968"/>
          </a:xfrm>
          <a:custGeom>
            <a:avLst/>
            <a:gdLst/>
            <a:ahLst/>
            <a:cxnLst/>
            <a:rect r="r" b="b" t="t" l="l"/>
            <a:pathLst>
              <a:path h="1433968" w="4081292">
                <a:moveTo>
                  <a:pt x="0" y="0"/>
                </a:moveTo>
                <a:lnTo>
                  <a:pt x="4081292" y="0"/>
                </a:lnTo>
                <a:lnTo>
                  <a:pt x="4081292" y="1433967"/>
                </a:lnTo>
                <a:lnTo>
                  <a:pt x="0" y="143396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222432" y="4874260"/>
            <a:ext cx="6740426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2.    Master UAV to IoT Device Execution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6320333" y="-730838"/>
            <a:ext cx="5357117" cy="2064925"/>
          </a:xfrm>
          <a:custGeom>
            <a:avLst/>
            <a:gdLst/>
            <a:ahLst/>
            <a:cxnLst/>
            <a:rect r="r" b="b" t="t" l="l"/>
            <a:pathLst>
              <a:path h="2064925" w="5357117">
                <a:moveTo>
                  <a:pt x="0" y="0"/>
                </a:moveTo>
                <a:lnTo>
                  <a:pt x="5357117" y="0"/>
                </a:lnTo>
                <a:lnTo>
                  <a:pt x="5357117" y="2064925"/>
                </a:lnTo>
                <a:lnTo>
                  <a:pt x="0" y="206492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684015" y="-85725"/>
            <a:ext cx="4919970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b="true" sz="4000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Formulas Used 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-6525670">
            <a:off x="16223030" y="-748954"/>
            <a:ext cx="3428724" cy="2704406"/>
          </a:xfrm>
          <a:custGeom>
            <a:avLst/>
            <a:gdLst/>
            <a:ahLst/>
            <a:cxnLst/>
            <a:rect r="r" b="b" t="t" l="l"/>
            <a:pathLst>
              <a:path h="2704406" w="3428724">
                <a:moveTo>
                  <a:pt x="0" y="0"/>
                </a:moveTo>
                <a:lnTo>
                  <a:pt x="3428724" y="0"/>
                </a:lnTo>
                <a:lnTo>
                  <a:pt x="3428724" y="2704406"/>
                </a:lnTo>
                <a:lnTo>
                  <a:pt x="0" y="27044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546694" y="1586217"/>
            <a:ext cx="6921359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1.    Local Master UAV Execution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22575">
            <a:off x="-1145608" y="-2728083"/>
            <a:ext cx="3822806" cy="3822806"/>
          </a:xfrm>
          <a:custGeom>
            <a:avLst/>
            <a:gdLst/>
            <a:ahLst/>
            <a:cxnLst/>
            <a:rect r="r" b="b" t="t" l="l"/>
            <a:pathLst>
              <a:path h="3822806" w="3822806">
                <a:moveTo>
                  <a:pt x="0" y="0"/>
                </a:moveTo>
                <a:lnTo>
                  <a:pt x="3822806" y="0"/>
                </a:lnTo>
                <a:lnTo>
                  <a:pt x="3822806" y="3822807"/>
                </a:lnTo>
                <a:lnTo>
                  <a:pt x="0" y="38228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dash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1801374">
            <a:off x="15876381" y="8904081"/>
            <a:ext cx="2765838" cy="2765838"/>
          </a:xfrm>
          <a:custGeom>
            <a:avLst/>
            <a:gdLst/>
            <a:ahLst/>
            <a:cxnLst/>
            <a:rect r="r" b="b" t="t" l="l"/>
            <a:pathLst>
              <a:path h="2765838" w="2765838">
                <a:moveTo>
                  <a:pt x="0" y="0"/>
                </a:moveTo>
                <a:lnTo>
                  <a:pt x="2765838" y="0"/>
                </a:lnTo>
                <a:lnTo>
                  <a:pt x="2765838" y="2765838"/>
                </a:lnTo>
                <a:lnTo>
                  <a:pt x="0" y="27658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018122" y="4288278"/>
            <a:ext cx="4737774" cy="2596665"/>
          </a:xfrm>
          <a:custGeom>
            <a:avLst/>
            <a:gdLst/>
            <a:ahLst/>
            <a:cxnLst/>
            <a:rect r="r" b="b" t="t" l="l"/>
            <a:pathLst>
              <a:path h="2596665" w="4737774">
                <a:moveTo>
                  <a:pt x="0" y="0"/>
                </a:moveTo>
                <a:lnTo>
                  <a:pt x="4737775" y="0"/>
                </a:lnTo>
                <a:lnTo>
                  <a:pt x="4737775" y="2596665"/>
                </a:lnTo>
                <a:lnTo>
                  <a:pt x="0" y="25966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520096" y="2546835"/>
            <a:ext cx="4737774" cy="2596665"/>
          </a:xfrm>
          <a:custGeom>
            <a:avLst/>
            <a:gdLst/>
            <a:ahLst/>
            <a:cxnLst/>
            <a:rect r="r" b="b" t="t" l="l"/>
            <a:pathLst>
              <a:path h="2596665" w="4737774">
                <a:moveTo>
                  <a:pt x="0" y="0"/>
                </a:moveTo>
                <a:lnTo>
                  <a:pt x="4737774" y="0"/>
                </a:lnTo>
                <a:lnTo>
                  <a:pt x="4737774" y="2596665"/>
                </a:lnTo>
                <a:lnTo>
                  <a:pt x="0" y="25966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03725" y="1934474"/>
            <a:ext cx="5185143" cy="2444894"/>
          </a:xfrm>
          <a:custGeom>
            <a:avLst/>
            <a:gdLst/>
            <a:ahLst/>
            <a:cxnLst/>
            <a:rect r="r" b="b" t="t" l="l"/>
            <a:pathLst>
              <a:path h="2444894" w="5185143">
                <a:moveTo>
                  <a:pt x="0" y="0"/>
                </a:moveTo>
                <a:lnTo>
                  <a:pt x="5185143" y="0"/>
                </a:lnTo>
                <a:lnTo>
                  <a:pt x="5185143" y="2444894"/>
                </a:lnTo>
                <a:lnTo>
                  <a:pt x="0" y="24448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923826" y="2220918"/>
            <a:ext cx="3773752" cy="2067360"/>
          </a:xfrm>
          <a:custGeom>
            <a:avLst/>
            <a:gdLst/>
            <a:ahLst/>
            <a:cxnLst/>
            <a:rect r="r" b="b" t="t" l="l"/>
            <a:pathLst>
              <a:path h="2067360" w="3773752">
                <a:moveTo>
                  <a:pt x="0" y="0"/>
                </a:moveTo>
                <a:lnTo>
                  <a:pt x="3773751" y="0"/>
                </a:lnTo>
                <a:lnTo>
                  <a:pt x="3773751" y="2067360"/>
                </a:lnTo>
                <a:lnTo>
                  <a:pt x="0" y="20673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099786" y="2123241"/>
            <a:ext cx="4041699" cy="1667554"/>
          </a:xfrm>
          <a:custGeom>
            <a:avLst/>
            <a:gdLst/>
            <a:ahLst/>
            <a:cxnLst/>
            <a:rect r="r" b="b" t="t" l="l"/>
            <a:pathLst>
              <a:path h="1667554" w="4041699">
                <a:moveTo>
                  <a:pt x="0" y="0"/>
                </a:moveTo>
                <a:lnTo>
                  <a:pt x="4041699" y="0"/>
                </a:lnTo>
                <a:lnTo>
                  <a:pt x="4041699" y="1667554"/>
                </a:lnTo>
                <a:lnTo>
                  <a:pt x="0" y="166755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082228" y="6454293"/>
            <a:ext cx="4814471" cy="2205338"/>
          </a:xfrm>
          <a:custGeom>
            <a:avLst/>
            <a:gdLst/>
            <a:ahLst/>
            <a:cxnLst/>
            <a:rect r="r" b="b" t="t" l="l"/>
            <a:pathLst>
              <a:path h="2205338" w="4814471">
                <a:moveTo>
                  <a:pt x="0" y="0"/>
                </a:moveTo>
                <a:lnTo>
                  <a:pt x="4814471" y="0"/>
                </a:lnTo>
                <a:lnTo>
                  <a:pt x="4814471" y="2205338"/>
                </a:lnTo>
                <a:lnTo>
                  <a:pt x="0" y="220533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678564">
            <a:off x="-1142693" y="7846803"/>
            <a:ext cx="3816977" cy="3010641"/>
          </a:xfrm>
          <a:custGeom>
            <a:avLst/>
            <a:gdLst/>
            <a:ahLst/>
            <a:cxnLst/>
            <a:rect r="r" b="b" t="t" l="l"/>
            <a:pathLst>
              <a:path h="3010641" w="3816977">
                <a:moveTo>
                  <a:pt x="0" y="0"/>
                </a:moveTo>
                <a:lnTo>
                  <a:pt x="3816977" y="0"/>
                </a:lnTo>
                <a:lnTo>
                  <a:pt x="3816977" y="3010641"/>
                </a:lnTo>
                <a:lnTo>
                  <a:pt x="0" y="301064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508341" y="6388872"/>
            <a:ext cx="3691709" cy="2340020"/>
          </a:xfrm>
          <a:custGeom>
            <a:avLst/>
            <a:gdLst/>
            <a:ahLst/>
            <a:cxnLst/>
            <a:rect r="r" b="b" t="t" l="l"/>
            <a:pathLst>
              <a:path h="2340020" w="3691709">
                <a:moveTo>
                  <a:pt x="0" y="0"/>
                </a:moveTo>
                <a:lnTo>
                  <a:pt x="3691709" y="0"/>
                </a:lnTo>
                <a:lnTo>
                  <a:pt x="3691709" y="2340020"/>
                </a:lnTo>
                <a:lnTo>
                  <a:pt x="0" y="234002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281309" y="6796262"/>
            <a:ext cx="3605335" cy="1521400"/>
          </a:xfrm>
          <a:custGeom>
            <a:avLst/>
            <a:gdLst/>
            <a:ahLst/>
            <a:cxnLst/>
            <a:rect r="r" b="b" t="t" l="l"/>
            <a:pathLst>
              <a:path h="1521400" w="3605335">
                <a:moveTo>
                  <a:pt x="0" y="0"/>
                </a:moveTo>
                <a:lnTo>
                  <a:pt x="3605335" y="0"/>
                </a:lnTo>
                <a:lnTo>
                  <a:pt x="3605335" y="1521400"/>
                </a:lnTo>
                <a:lnTo>
                  <a:pt x="0" y="15214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320333" y="-730838"/>
            <a:ext cx="5357117" cy="2064925"/>
          </a:xfrm>
          <a:custGeom>
            <a:avLst/>
            <a:gdLst/>
            <a:ahLst/>
            <a:cxnLst/>
            <a:rect r="r" b="b" t="t" l="l"/>
            <a:pathLst>
              <a:path h="2064925" w="5357117">
                <a:moveTo>
                  <a:pt x="0" y="0"/>
                </a:moveTo>
                <a:lnTo>
                  <a:pt x="5357117" y="0"/>
                </a:lnTo>
                <a:lnTo>
                  <a:pt x="5357117" y="2064925"/>
                </a:lnTo>
                <a:lnTo>
                  <a:pt x="0" y="206492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684015" y="-85725"/>
            <a:ext cx="4919970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b="true" sz="4000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Formulas Used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33597" y="5317370"/>
            <a:ext cx="6979444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4. Master UAV to Cloud Device Execution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33597" y="1111865"/>
            <a:ext cx="5268992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3. Master UAV to UAV Execution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-6525670">
            <a:off x="16252811" y="-679270"/>
            <a:ext cx="3252030" cy="2565039"/>
          </a:xfrm>
          <a:custGeom>
            <a:avLst/>
            <a:gdLst/>
            <a:ahLst/>
            <a:cxnLst/>
            <a:rect r="r" b="b" t="t" l="l"/>
            <a:pathLst>
              <a:path h="2565039" w="3252030">
                <a:moveTo>
                  <a:pt x="0" y="0"/>
                </a:moveTo>
                <a:lnTo>
                  <a:pt x="3252031" y="0"/>
                </a:lnTo>
                <a:lnTo>
                  <a:pt x="3252031" y="2565039"/>
                </a:lnTo>
                <a:lnTo>
                  <a:pt x="0" y="256503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53580" y="2349316"/>
            <a:ext cx="13780839" cy="7441653"/>
          </a:xfrm>
          <a:custGeom>
            <a:avLst/>
            <a:gdLst/>
            <a:ahLst/>
            <a:cxnLst/>
            <a:rect r="r" b="b" t="t" l="l"/>
            <a:pathLst>
              <a:path h="7441653" w="13780839">
                <a:moveTo>
                  <a:pt x="0" y="0"/>
                </a:moveTo>
                <a:lnTo>
                  <a:pt x="13780840" y="0"/>
                </a:lnTo>
                <a:lnTo>
                  <a:pt x="13780840" y="7441654"/>
                </a:lnTo>
                <a:lnTo>
                  <a:pt x="0" y="7441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857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4260712" y="-5091697"/>
            <a:ext cx="9022634" cy="9258300"/>
          </a:xfrm>
          <a:custGeom>
            <a:avLst/>
            <a:gdLst/>
            <a:ahLst/>
            <a:cxnLst/>
            <a:rect r="r" b="b" t="t" l="l"/>
            <a:pathLst>
              <a:path h="9258300" w="9022634">
                <a:moveTo>
                  <a:pt x="0" y="0"/>
                </a:moveTo>
                <a:lnTo>
                  <a:pt x="9022634" y="0"/>
                </a:lnTo>
                <a:lnTo>
                  <a:pt x="9022634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6525670">
            <a:off x="15944843" y="-819465"/>
            <a:ext cx="4686313" cy="3696330"/>
          </a:xfrm>
          <a:custGeom>
            <a:avLst/>
            <a:gdLst/>
            <a:ahLst/>
            <a:cxnLst/>
            <a:rect r="r" b="b" t="t" l="l"/>
            <a:pathLst>
              <a:path h="3696330" w="4686313">
                <a:moveTo>
                  <a:pt x="0" y="0"/>
                </a:moveTo>
                <a:lnTo>
                  <a:pt x="4686314" y="0"/>
                </a:lnTo>
                <a:lnTo>
                  <a:pt x="4686314" y="3696330"/>
                </a:lnTo>
                <a:lnTo>
                  <a:pt x="0" y="36963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018122" y="4428904"/>
            <a:ext cx="4737774" cy="2596665"/>
          </a:xfrm>
          <a:custGeom>
            <a:avLst/>
            <a:gdLst/>
            <a:ahLst/>
            <a:cxnLst/>
            <a:rect r="r" b="b" t="t" l="l"/>
            <a:pathLst>
              <a:path h="2596665" w="4737774">
                <a:moveTo>
                  <a:pt x="0" y="0"/>
                </a:moveTo>
                <a:lnTo>
                  <a:pt x="4737775" y="0"/>
                </a:lnTo>
                <a:lnTo>
                  <a:pt x="4737775" y="2596665"/>
                </a:lnTo>
                <a:lnTo>
                  <a:pt x="0" y="259666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801374">
            <a:off x="-3370932" y="7452563"/>
            <a:ext cx="6286050" cy="6286050"/>
          </a:xfrm>
          <a:custGeom>
            <a:avLst/>
            <a:gdLst/>
            <a:ahLst/>
            <a:cxnLst/>
            <a:rect r="r" b="b" t="t" l="l"/>
            <a:pathLst>
              <a:path h="6286050" w="6286050">
                <a:moveTo>
                  <a:pt x="0" y="0"/>
                </a:moveTo>
                <a:lnTo>
                  <a:pt x="6286049" y="0"/>
                </a:lnTo>
                <a:lnTo>
                  <a:pt x="6286049" y="6286050"/>
                </a:lnTo>
                <a:lnTo>
                  <a:pt x="0" y="62860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6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450291" y="202156"/>
            <a:ext cx="479429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u="sng">
                <a:solidFill>
                  <a:srgbClr val="000000"/>
                </a:solidFill>
                <a:latin typeface="Bricolage Grotesque 18"/>
                <a:ea typeface="Bricolage Grotesque 18"/>
                <a:cs typeface="Bricolage Grotesque 18"/>
                <a:sym typeface="Bricolage Grotesque 18"/>
              </a:rPr>
              <a:t>Phase 1 Results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585995" y="1394482"/>
            <a:ext cx="4268688" cy="573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Bricolage Grotesque 18"/>
                <a:ea typeface="Bricolage Grotesque 18"/>
                <a:cs typeface="Bricolage Grotesque 18"/>
                <a:sym typeface="Bricolage Grotesque 18"/>
              </a:rPr>
              <a:t>Training Performance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282266" y="1032101"/>
            <a:ext cx="4519526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Epsilon (ε) is decreasing from 1.0 to 0.01 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28885" y="2081468"/>
            <a:ext cx="11648347" cy="7817011"/>
          </a:xfrm>
          <a:custGeom>
            <a:avLst/>
            <a:gdLst/>
            <a:ahLst/>
            <a:cxnLst/>
            <a:rect r="r" b="b" t="t" l="l"/>
            <a:pathLst>
              <a:path h="7817011" w="11648347">
                <a:moveTo>
                  <a:pt x="0" y="0"/>
                </a:moveTo>
                <a:lnTo>
                  <a:pt x="11648347" y="0"/>
                </a:lnTo>
                <a:lnTo>
                  <a:pt x="11648347" y="7817012"/>
                </a:lnTo>
                <a:lnTo>
                  <a:pt x="0" y="78170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233" b="0"/>
            </a:stretch>
          </a:blipFill>
          <a:ln w="857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5678564">
            <a:off x="-2208484" y="7540224"/>
            <a:ext cx="5265609" cy="4153249"/>
          </a:xfrm>
          <a:custGeom>
            <a:avLst/>
            <a:gdLst/>
            <a:ahLst/>
            <a:cxnLst/>
            <a:rect r="r" b="b" t="t" l="l"/>
            <a:pathLst>
              <a:path h="4153249" w="5265609">
                <a:moveTo>
                  <a:pt x="0" y="0"/>
                </a:moveTo>
                <a:lnTo>
                  <a:pt x="5265609" y="0"/>
                </a:lnTo>
                <a:lnTo>
                  <a:pt x="5265609" y="4153249"/>
                </a:lnTo>
                <a:lnTo>
                  <a:pt x="0" y="41532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613039" y="-5600140"/>
            <a:ext cx="9022634" cy="9258300"/>
          </a:xfrm>
          <a:custGeom>
            <a:avLst/>
            <a:gdLst/>
            <a:ahLst/>
            <a:cxnLst/>
            <a:rect r="r" b="b" t="t" l="l"/>
            <a:pathLst>
              <a:path h="9258300" w="9022634">
                <a:moveTo>
                  <a:pt x="0" y="0"/>
                </a:moveTo>
                <a:lnTo>
                  <a:pt x="9022634" y="0"/>
                </a:lnTo>
                <a:lnTo>
                  <a:pt x="9022634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801374">
            <a:off x="15570283" y="8110403"/>
            <a:ext cx="4750754" cy="4750754"/>
          </a:xfrm>
          <a:custGeom>
            <a:avLst/>
            <a:gdLst/>
            <a:ahLst/>
            <a:cxnLst/>
            <a:rect r="r" b="b" t="t" l="l"/>
            <a:pathLst>
              <a:path h="4750754" w="4750754">
                <a:moveTo>
                  <a:pt x="0" y="0"/>
                </a:moveTo>
                <a:lnTo>
                  <a:pt x="4750753" y="0"/>
                </a:lnTo>
                <a:lnTo>
                  <a:pt x="4750753" y="4750754"/>
                </a:lnTo>
                <a:lnTo>
                  <a:pt x="0" y="47507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26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018122" y="4043868"/>
            <a:ext cx="4737774" cy="2596665"/>
          </a:xfrm>
          <a:custGeom>
            <a:avLst/>
            <a:gdLst/>
            <a:ahLst/>
            <a:cxnLst/>
            <a:rect r="r" b="b" t="t" l="l"/>
            <a:pathLst>
              <a:path h="2596665" w="4737774">
                <a:moveTo>
                  <a:pt x="0" y="0"/>
                </a:moveTo>
                <a:lnTo>
                  <a:pt x="4737775" y="0"/>
                </a:lnTo>
                <a:lnTo>
                  <a:pt x="4737775" y="2596664"/>
                </a:lnTo>
                <a:lnTo>
                  <a:pt x="0" y="259666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275424" y="141605"/>
            <a:ext cx="479429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u="sng">
                <a:solidFill>
                  <a:srgbClr val="000000"/>
                </a:solidFill>
                <a:latin typeface="Bricolage Grotesque 18"/>
                <a:ea typeface="Bricolage Grotesque 18"/>
                <a:cs typeface="Bricolage Grotesque 18"/>
                <a:sym typeface="Bricolage Grotesque 18"/>
              </a:rPr>
              <a:t>Phase 1 Results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84719" y="1231839"/>
            <a:ext cx="4136678" cy="573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Bricolage Grotesque 18"/>
                <a:ea typeface="Bricolage Grotesque 18"/>
                <a:cs typeface="Bricolage Grotesque 18"/>
                <a:sym typeface="Bricolage Grotesque 18"/>
              </a:rPr>
              <a:t>Testing Performance 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-6525670">
            <a:off x="15944843" y="-1215387"/>
            <a:ext cx="4686313" cy="3696330"/>
          </a:xfrm>
          <a:custGeom>
            <a:avLst/>
            <a:gdLst/>
            <a:ahLst/>
            <a:cxnLst/>
            <a:rect r="r" b="b" t="t" l="l"/>
            <a:pathLst>
              <a:path h="3696330" w="4686313">
                <a:moveTo>
                  <a:pt x="0" y="0"/>
                </a:moveTo>
                <a:lnTo>
                  <a:pt x="4686314" y="0"/>
                </a:lnTo>
                <a:lnTo>
                  <a:pt x="4686314" y="3696329"/>
                </a:lnTo>
                <a:lnTo>
                  <a:pt x="0" y="36963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848521" y="1356934"/>
            <a:ext cx="2340173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Epsilon (ε) is 0.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22575">
            <a:off x="-201263" y="-2186784"/>
            <a:ext cx="4011499" cy="4011499"/>
          </a:xfrm>
          <a:custGeom>
            <a:avLst/>
            <a:gdLst/>
            <a:ahLst/>
            <a:cxnLst/>
            <a:rect r="r" b="b" t="t" l="l"/>
            <a:pathLst>
              <a:path h="4011499" w="4011499">
                <a:moveTo>
                  <a:pt x="0" y="0"/>
                </a:moveTo>
                <a:lnTo>
                  <a:pt x="4011499" y="0"/>
                </a:lnTo>
                <a:lnTo>
                  <a:pt x="4011499" y="4011500"/>
                </a:lnTo>
                <a:lnTo>
                  <a:pt x="0" y="4011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dash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1801374">
            <a:off x="13457734" y="8233169"/>
            <a:ext cx="6286050" cy="6286050"/>
          </a:xfrm>
          <a:custGeom>
            <a:avLst/>
            <a:gdLst/>
            <a:ahLst/>
            <a:cxnLst/>
            <a:rect r="r" b="b" t="t" l="l"/>
            <a:pathLst>
              <a:path h="6286050" w="6286050">
                <a:moveTo>
                  <a:pt x="0" y="0"/>
                </a:moveTo>
                <a:lnTo>
                  <a:pt x="6286050" y="0"/>
                </a:lnTo>
                <a:lnTo>
                  <a:pt x="6286050" y="6286050"/>
                </a:lnTo>
                <a:lnTo>
                  <a:pt x="0" y="62860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678564">
            <a:off x="-2479105" y="7118015"/>
            <a:ext cx="6489801" cy="5118831"/>
          </a:xfrm>
          <a:custGeom>
            <a:avLst/>
            <a:gdLst/>
            <a:ahLst/>
            <a:cxnLst/>
            <a:rect r="r" b="b" t="t" l="l"/>
            <a:pathLst>
              <a:path h="5118831" w="6489801">
                <a:moveTo>
                  <a:pt x="0" y="0"/>
                </a:moveTo>
                <a:lnTo>
                  <a:pt x="6489801" y="0"/>
                </a:lnTo>
                <a:lnTo>
                  <a:pt x="6489801" y="5118831"/>
                </a:lnTo>
                <a:lnTo>
                  <a:pt x="0" y="51188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018122" y="4281103"/>
            <a:ext cx="4737774" cy="2596665"/>
          </a:xfrm>
          <a:custGeom>
            <a:avLst/>
            <a:gdLst/>
            <a:ahLst/>
            <a:cxnLst/>
            <a:rect r="r" b="b" t="t" l="l"/>
            <a:pathLst>
              <a:path h="2596665" w="4737774">
                <a:moveTo>
                  <a:pt x="0" y="0"/>
                </a:moveTo>
                <a:lnTo>
                  <a:pt x="4737775" y="0"/>
                </a:lnTo>
                <a:lnTo>
                  <a:pt x="4737775" y="2596664"/>
                </a:lnTo>
                <a:lnTo>
                  <a:pt x="0" y="25966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549614" y="2726553"/>
            <a:ext cx="4737774" cy="2596665"/>
          </a:xfrm>
          <a:custGeom>
            <a:avLst/>
            <a:gdLst/>
            <a:ahLst/>
            <a:cxnLst/>
            <a:rect r="r" b="b" t="t" l="l"/>
            <a:pathLst>
              <a:path h="2596665" w="4737774">
                <a:moveTo>
                  <a:pt x="0" y="0"/>
                </a:moveTo>
                <a:lnTo>
                  <a:pt x="4737774" y="0"/>
                </a:lnTo>
                <a:lnTo>
                  <a:pt x="4737774" y="2596665"/>
                </a:lnTo>
                <a:lnTo>
                  <a:pt x="0" y="25966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270037" y="2533705"/>
            <a:ext cx="8427210" cy="6894125"/>
          </a:xfrm>
          <a:custGeom>
            <a:avLst/>
            <a:gdLst/>
            <a:ahLst/>
            <a:cxnLst/>
            <a:rect r="r" b="b" t="t" l="l"/>
            <a:pathLst>
              <a:path h="6894125" w="8427210">
                <a:moveTo>
                  <a:pt x="0" y="0"/>
                </a:moveTo>
                <a:lnTo>
                  <a:pt x="8427210" y="0"/>
                </a:lnTo>
                <a:lnTo>
                  <a:pt x="8427210" y="6894125"/>
                </a:lnTo>
                <a:lnTo>
                  <a:pt x="0" y="68941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285" b="0"/>
            </a:stretch>
          </a:blipFill>
          <a:ln w="5715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6738997" y="318105"/>
            <a:ext cx="481000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u="sng">
                <a:solidFill>
                  <a:srgbClr val="000000"/>
                </a:solidFill>
                <a:latin typeface="Bricolage Grotesque 18"/>
                <a:ea typeface="Bricolage Grotesque 18"/>
                <a:cs typeface="Bricolage Grotesque 18"/>
                <a:sym typeface="Bricolage Grotesque 18"/>
              </a:rPr>
              <a:t>Phase 2 Results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551819" y="1785993"/>
            <a:ext cx="437435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Bricolage Grotesque 18"/>
                <a:ea typeface="Bricolage Grotesque 18"/>
                <a:cs typeface="Bricolage Grotesque 18"/>
                <a:sym typeface="Bricolage Grotesque 18"/>
              </a:rPr>
              <a:t>Training Performance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498596" y="1628196"/>
            <a:ext cx="4519526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Epsilon (ε) is decreasing from 1.0 to 0.01 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522273" y="4142753"/>
            <a:ext cx="4078486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Bricolage Grotesque 18"/>
                <a:ea typeface="Bricolage Grotesque 18"/>
                <a:cs typeface="Bricolage Grotesque 18"/>
                <a:sym typeface="Bricolage Grotesque 18"/>
              </a:rPr>
              <a:t>Due to Classification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Bricolage Grotesque 18"/>
                <a:ea typeface="Bricolage Grotesque 18"/>
                <a:cs typeface="Bricolage Grotesque 18"/>
                <a:sym typeface="Bricolage Grotesque 18"/>
              </a:rPr>
              <a:t> Algorithm 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22575">
            <a:off x="-1461270" y="-4325816"/>
            <a:ext cx="6286050" cy="6286050"/>
          </a:xfrm>
          <a:custGeom>
            <a:avLst/>
            <a:gdLst/>
            <a:ahLst/>
            <a:cxnLst/>
            <a:rect r="r" b="b" t="t" l="l"/>
            <a:pathLst>
              <a:path h="6286050" w="6286050">
                <a:moveTo>
                  <a:pt x="0" y="0"/>
                </a:moveTo>
                <a:lnTo>
                  <a:pt x="6286049" y="0"/>
                </a:lnTo>
                <a:lnTo>
                  <a:pt x="6286049" y="6286050"/>
                </a:lnTo>
                <a:lnTo>
                  <a:pt x="0" y="62860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dash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1801374">
            <a:off x="12987349" y="8233169"/>
            <a:ext cx="6286050" cy="6286050"/>
          </a:xfrm>
          <a:custGeom>
            <a:avLst/>
            <a:gdLst/>
            <a:ahLst/>
            <a:cxnLst/>
            <a:rect r="r" b="b" t="t" l="l"/>
            <a:pathLst>
              <a:path h="6286050" w="6286050">
                <a:moveTo>
                  <a:pt x="0" y="0"/>
                </a:moveTo>
                <a:lnTo>
                  <a:pt x="6286050" y="0"/>
                </a:lnTo>
                <a:lnTo>
                  <a:pt x="6286050" y="6286050"/>
                </a:lnTo>
                <a:lnTo>
                  <a:pt x="0" y="62860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678564">
            <a:off x="-2479105" y="7118015"/>
            <a:ext cx="6489801" cy="5118831"/>
          </a:xfrm>
          <a:custGeom>
            <a:avLst/>
            <a:gdLst/>
            <a:ahLst/>
            <a:cxnLst/>
            <a:rect r="r" b="b" t="t" l="l"/>
            <a:pathLst>
              <a:path h="5118831" w="6489801">
                <a:moveTo>
                  <a:pt x="0" y="0"/>
                </a:moveTo>
                <a:lnTo>
                  <a:pt x="6489801" y="0"/>
                </a:lnTo>
                <a:lnTo>
                  <a:pt x="6489801" y="5118831"/>
                </a:lnTo>
                <a:lnTo>
                  <a:pt x="0" y="51188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799469" y="4485618"/>
            <a:ext cx="4737774" cy="2596665"/>
          </a:xfrm>
          <a:custGeom>
            <a:avLst/>
            <a:gdLst/>
            <a:ahLst/>
            <a:cxnLst/>
            <a:rect r="r" b="b" t="t" l="l"/>
            <a:pathLst>
              <a:path h="2596665" w="4737774">
                <a:moveTo>
                  <a:pt x="0" y="0"/>
                </a:moveTo>
                <a:lnTo>
                  <a:pt x="4737775" y="0"/>
                </a:lnTo>
                <a:lnTo>
                  <a:pt x="4737775" y="2596664"/>
                </a:lnTo>
                <a:lnTo>
                  <a:pt x="0" y="25966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520096" y="2546835"/>
            <a:ext cx="4737774" cy="2596665"/>
          </a:xfrm>
          <a:custGeom>
            <a:avLst/>
            <a:gdLst/>
            <a:ahLst/>
            <a:cxnLst/>
            <a:rect r="r" b="b" t="t" l="l"/>
            <a:pathLst>
              <a:path h="2596665" w="4737774">
                <a:moveTo>
                  <a:pt x="0" y="0"/>
                </a:moveTo>
                <a:lnTo>
                  <a:pt x="4737774" y="0"/>
                </a:lnTo>
                <a:lnTo>
                  <a:pt x="4737774" y="2596665"/>
                </a:lnTo>
                <a:lnTo>
                  <a:pt x="0" y="25966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675127" y="2603897"/>
            <a:ext cx="7896722" cy="6654403"/>
          </a:xfrm>
          <a:custGeom>
            <a:avLst/>
            <a:gdLst/>
            <a:ahLst/>
            <a:cxnLst/>
            <a:rect r="r" b="b" t="t" l="l"/>
            <a:pathLst>
              <a:path h="6654403" w="7896722">
                <a:moveTo>
                  <a:pt x="0" y="0"/>
                </a:moveTo>
                <a:lnTo>
                  <a:pt x="7896721" y="0"/>
                </a:lnTo>
                <a:lnTo>
                  <a:pt x="7896721" y="6654403"/>
                </a:lnTo>
                <a:lnTo>
                  <a:pt x="0" y="665440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  <a:ln w="762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6218484" y="141605"/>
            <a:ext cx="481000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u="sng">
                <a:solidFill>
                  <a:srgbClr val="000000"/>
                </a:solidFill>
                <a:latin typeface="Bricolage Grotesque 18"/>
                <a:ea typeface="Bricolage Grotesque 18"/>
                <a:cs typeface="Bricolage Grotesque 18"/>
                <a:sym typeface="Bricolage Grotesque 18"/>
              </a:rPr>
              <a:t>Phase 2 Results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291626" y="1505022"/>
            <a:ext cx="4309318" cy="573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b="true">
                <a:solidFill>
                  <a:srgbClr val="000000"/>
                </a:solidFill>
                <a:latin typeface="Bricolage Grotesque 18 Bold"/>
                <a:ea typeface="Bricolage Grotesque 18 Bold"/>
                <a:cs typeface="Bricolage Grotesque 18 Bold"/>
                <a:sym typeface="Bricolage Grotesque 18 Bold"/>
              </a:rPr>
              <a:t>Testing Performance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777457" y="1630116"/>
            <a:ext cx="2340173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Epsilon (ε) is 0.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22575">
            <a:off x="-1215852" y="-4249411"/>
            <a:ext cx="6286050" cy="6286050"/>
          </a:xfrm>
          <a:custGeom>
            <a:avLst/>
            <a:gdLst/>
            <a:ahLst/>
            <a:cxnLst/>
            <a:rect r="r" b="b" t="t" l="l"/>
            <a:pathLst>
              <a:path h="6286050" w="6286050">
                <a:moveTo>
                  <a:pt x="0" y="0"/>
                </a:moveTo>
                <a:lnTo>
                  <a:pt x="6286050" y="0"/>
                </a:lnTo>
                <a:lnTo>
                  <a:pt x="6286050" y="6286050"/>
                </a:lnTo>
                <a:lnTo>
                  <a:pt x="0" y="62860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dash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1801374">
            <a:off x="14595976" y="8243391"/>
            <a:ext cx="5326648" cy="5326648"/>
          </a:xfrm>
          <a:custGeom>
            <a:avLst/>
            <a:gdLst/>
            <a:ahLst/>
            <a:cxnLst/>
            <a:rect r="r" b="b" t="t" l="l"/>
            <a:pathLst>
              <a:path h="5326648" w="5326648">
                <a:moveTo>
                  <a:pt x="0" y="0"/>
                </a:moveTo>
                <a:lnTo>
                  <a:pt x="5326648" y="0"/>
                </a:lnTo>
                <a:lnTo>
                  <a:pt x="5326648" y="5326647"/>
                </a:lnTo>
                <a:lnTo>
                  <a:pt x="0" y="53266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678564">
            <a:off x="-2479105" y="7118015"/>
            <a:ext cx="6489801" cy="5118831"/>
          </a:xfrm>
          <a:custGeom>
            <a:avLst/>
            <a:gdLst/>
            <a:ahLst/>
            <a:cxnLst/>
            <a:rect r="r" b="b" t="t" l="l"/>
            <a:pathLst>
              <a:path h="5118831" w="6489801">
                <a:moveTo>
                  <a:pt x="0" y="0"/>
                </a:moveTo>
                <a:lnTo>
                  <a:pt x="6489801" y="0"/>
                </a:lnTo>
                <a:lnTo>
                  <a:pt x="6489801" y="5118831"/>
                </a:lnTo>
                <a:lnTo>
                  <a:pt x="0" y="51188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018122" y="4158393"/>
            <a:ext cx="4737774" cy="2596665"/>
          </a:xfrm>
          <a:custGeom>
            <a:avLst/>
            <a:gdLst/>
            <a:ahLst/>
            <a:cxnLst/>
            <a:rect r="r" b="b" t="t" l="l"/>
            <a:pathLst>
              <a:path h="2596665" w="4737774">
                <a:moveTo>
                  <a:pt x="0" y="0"/>
                </a:moveTo>
                <a:lnTo>
                  <a:pt x="4737775" y="0"/>
                </a:lnTo>
                <a:lnTo>
                  <a:pt x="4737775" y="2596665"/>
                </a:lnTo>
                <a:lnTo>
                  <a:pt x="0" y="25966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520096" y="2546835"/>
            <a:ext cx="4737774" cy="2596665"/>
          </a:xfrm>
          <a:custGeom>
            <a:avLst/>
            <a:gdLst/>
            <a:ahLst/>
            <a:cxnLst/>
            <a:rect r="r" b="b" t="t" l="l"/>
            <a:pathLst>
              <a:path h="2596665" w="4737774">
                <a:moveTo>
                  <a:pt x="0" y="0"/>
                </a:moveTo>
                <a:lnTo>
                  <a:pt x="4737774" y="0"/>
                </a:lnTo>
                <a:lnTo>
                  <a:pt x="4737774" y="2596665"/>
                </a:lnTo>
                <a:lnTo>
                  <a:pt x="0" y="25966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342842" y="2199061"/>
            <a:ext cx="8698982" cy="7083696"/>
          </a:xfrm>
          <a:custGeom>
            <a:avLst/>
            <a:gdLst/>
            <a:ahLst/>
            <a:cxnLst/>
            <a:rect r="r" b="b" t="t" l="l"/>
            <a:pathLst>
              <a:path h="7083696" w="8698982">
                <a:moveTo>
                  <a:pt x="0" y="0"/>
                </a:moveTo>
                <a:lnTo>
                  <a:pt x="8698981" y="0"/>
                </a:lnTo>
                <a:lnTo>
                  <a:pt x="8698981" y="7083695"/>
                </a:lnTo>
                <a:lnTo>
                  <a:pt x="0" y="70836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78" t="0" r="-1109" b="0"/>
            </a:stretch>
          </a:blipFill>
          <a:ln w="5715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4867476" y="141605"/>
            <a:ext cx="780503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u="sng">
                <a:solidFill>
                  <a:srgbClr val="000000"/>
                </a:solidFill>
                <a:latin typeface="Bricolage Grotesque 18"/>
                <a:ea typeface="Bricolage Grotesque 18"/>
                <a:cs typeface="Bricolage Grotesque 18"/>
                <a:sym typeface="Bricolage Grotesque 18"/>
              </a:rPr>
              <a:t>Phase 3 Results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867476" y="1451348"/>
            <a:ext cx="437435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Bricolage Grotesque 18"/>
                <a:ea typeface="Bricolage Grotesque 18"/>
                <a:cs typeface="Bricolage Grotesque 18"/>
                <a:sym typeface="Bricolage Grotesque 18"/>
              </a:rPr>
              <a:t>Training Performance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340251" y="1293551"/>
            <a:ext cx="4519526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Epsilon (ε) is decreasing from 1.0 to 0.01 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963975" y="3778493"/>
            <a:ext cx="3442246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Bricolage Grotesque 18"/>
                <a:ea typeface="Bricolage Grotesque 18"/>
                <a:cs typeface="Bricolage Grotesque 18"/>
                <a:sym typeface="Bricolage Grotesque 18"/>
              </a:rPr>
              <a:t>Due to Enhanced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Bricolage Grotesque 18"/>
                <a:ea typeface="Bricolage Grotesque 18"/>
                <a:cs typeface="Bricolage Grotesque 18"/>
                <a:sym typeface="Bricolage Grotesque 18"/>
              </a:rPr>
              <a:t> Reward Shaping 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22575">
            <a:off x="-1461270" y="-4325816"/>
            <a:ext cx="6286050" cy="6286050"/>
          </a:xfrm>
          <a:custGeom>
            <a:avLst/>
            <a:gdLst/>
            <a:ahLst/>
            <a:cxnLst/>
            <a:rect r="r" b="b" t="t" l="l"/>
            <a:pathLst>
              <a:path h="6286050" w="6286050">
                <a:moveTo>
                  <a:pt x="0" y="0"/>
                </a:moveTo>
                <a:lnTo>
                  <a:pt x="6286049" y="0"/>
                </a:lnTo>
                <a:lnTo>
                  <a:pt x="6286049" y="6286050"/>
                </a:lnTo>
                <a:lnTo>
                  <a:pt x="0" y="62860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dash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1801374">
            <a:off x="12987349" y="8233169"/>
            <a:ext cx="6286050" cy="6286050"/>
          </a:xfrm>
          <a:custGeom>
            <a:avLst/>
            <a:gdLst/>
            <a:ahLst/>
            <a:cxnLst/>
            <a:rect r="r" b="b" t="t" l="l"/>
            <a:pathLst>
              <a:path h="6286050" w="6286050">
                <a:moveTo>
                  <a:pt x="0" y="0"/>
                </a:moveTo>
                <a:lnTo>
                  <a:pt x="6286050" y="0"/>
                </a:lnTo>
                <a:lnTo>
                  <a:pt x="6286050" y="6286050"/>
                </a:lnTo>
                <a:lnTo>
                  <a:pt x="0" y="62860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678564">
            <a:off x="-2479105" y="7118015"/>
            <a:ext cx="6489801" cy="5118831"/>
          </a:xfrm>
          <a:custGeom>
            <a:avLst/>
            <a:gdLst/>
            <a:ahLst/>
            <a:cxnLst/>
            <a:rect r="r" b="b" t="t" l="l"/>
            <a:pathLst>
              <a:path h="5118831" w="6489801">
                <a:moveTo>
                  <a:pt x="0" y="0"/>
                </a:moveTo>
                <a:lnTo>
                  <a:pt x="6489801" y="0"/>
                </a:lnTo>
                <a:lnTo>
                  <a:pt x="6489801" y="5118831"/>
                </a:lnTo>
                <a:lnTo>
                  <a:pt x="0" y="51188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854510" y="4300594"/>
            <a:ext cx="4737774" cy="2596665"/>
          </a:xfrm>
          <a:custGeom>
            <a:avLst/>
            <a:gdLst/>
            <a:ahLst/>
            <a:cxnLst/>
            <a:rect r="r" b="b" t="t" l="l"/>
            <a:pathLst>
              <a:path h="2596665" w="4737774">
                <a:moveTo>
                  <a:pt x="0" y="0"/>
                </a:moveTo>
                <a:lnTo>
                  <a:pt x="4737774" y="0"/>
                </a:lnTo>
                <a:lnTo>
                  <a:pt x="4737774" y="2596665"/>
                </a:lnTo>
                <a:lnTo>
                  <a:pt x="0" y="25966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520096" y="2546835"/>
            <a:ext cx="4737774" cy="2596665"/>
          </a:xfrm>
          <a:custGeom>
            <a:avLst/>
            <a:gdLst/>
            <a:ahLst/>
            <a:cxnLst/>
            <a:rect r="r" b="b" t="t" l="l"/>
            <a:pathLst>
              <a:path h="2596665" w="4737774">
                <a:moveTo>
                  <a:pt x="0" y="0"/>
                </a:moveTo>
                <a:lnTo>
                  <a:pt x="4737774" y="0"/>
                </a:lnTo>
                <a:lnTo>
                  <a:pt x="4737774" y="2596665"/>
                </a:lnTo>
                <a:lnTo>
                  <a:pt x="0" y="25966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988825" y="2116053"/>
            <a:ext cx="8414070" cy="6965747"/>
          </a:xfrm>
          <a:custGeom>
            <a:avLst/>
            <a:gdLst/>
            <a:ahLst/>
            <a:cxnLst/>
            <a:rect r="r" b="b" t="t" l="l"/>
            <a:pathLst>
              <a:path h="6965747" w="8414070">
                <a:moveTo>
                  <a:pt x="0" y="0"/>
                </a:moveTo>
                <a:lnTo>
                  <a:pt x="8414070" y="0"/>
                </a:lnTo>
                <a:lnTo>
                  <a:pt x="8414070" y="6965747"/>
                </a:lnTo>
                <a:lnTo>
                  <a:pt x="0" y="696574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  <a:ln w="5715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4558828" y="141605"/>
            <a:ext cx="777491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u="sng">
                <a:solidFill>
                  <a:srgbClr val="000000"/>
                </a:solidFill>
                <a:latin typeface="Bricolage Grotesque 18"/>
                <a:ea typeface="Bricolage Grotesque 18"/>
                <a:cs typeface="Bricolage Grotesque 18"/>
                <a:sym typeface="Bricolage Grotesque 18"/>
              </a:rPr>
              <a:t>Phase 3 Results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377947" y="1362464"/>
            <a:ext cx="4136678" cy="573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Bricolage Grotesque 18"/>
                <a:ea typeface="Bricolage Grotesque 18"/>
                <a:cs typeface="Bricolage Grotesque 18"/>
                <a:sym typeface="Bricolage Grotesque 18"/>
              </a:rPr>
              <a:t>Testing Performance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102588" y="1630116"/>
            <a:ext cx="2340173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Epsilon (ε) is 0.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579463" y="2623240"/>
            <a:ext cx="8204292" cy="6238358"/>
          </a:xfrm>
          <a:custGeom>
            <a:avLst/>
            <a:gdLst/>
            <a:ahLst/>
            <a:cxnLst/>
            <a:rect r="r" b="b" t="t" l="l"/>
            <a:pathLst>
              <a:path h="6238358" w="8204292">
                <a:moveTo>
                  <a:pt x="0" y="0"/>
                </a:moveTo>
                <a:lnTo>
                  <a:pt x="8204291" y="0"/>
                </a:lnTo>
                <a:lnTo>
                  <a:pt x="8204291" y="6238358"/>
                </a:lnTo>
                <a:lnTo>
                  <a:pt x="0" y="62383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801374">
            <a:off x="14595976" y="8243391"/>
            <a:ext cx="5326648" cy="5326648"/>
          </a:xfrm>
          <a:custGeom>
            <a:avLst/>
            <a:gdLst/>
            <a:ahLst/>
            <a:cxnLst/>
            <a:rect r="r" b="b" t="t" l="l"/>
            <a:pathLst>
              <a:path h="5326648" w="5326648">
                <a:moveTo>
                  <a:pt x="0" y="0"/>
                </a:moveTo>
                <a:lnTo>
                  <a:pt x="5326648" y="0"/>
                </a:lnTo>
                <a:lnTo>
                  <a:pt x="5326648" y="5326647"/>
                </a:lnTo>
                <a:lnTo>
                  <a:pt x="0" y="53266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018122" y="4158393"/>
            <a:ext cx="4737774" cy="2596665"/>
          </a:xfrm>
          <a:custGeom>
            <a:avLst/>
            <a:gdLst/>
            <a:ahLst/>
            <a:cxnLst/>
            <a:rect r="r" b="b" t="t" l="l"/>
            <a:pathLst>
              <a:path h="2596665" w="4737774">
                <a:moveTo>
                  <a:pt x="0" y="0"/>
                </a:moveTo>
                <a:lnTo>
                  <a:pt x="4737775" y="0"/>
                </a:lnTo>
                <a:lnTo>
                  <a:pt x="4737775" y="2596665"/>
                </a:lnTo>
                <a:lnTo>
                  <a:pt x="0" y="25966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340251" y="1293551"/>
            <a:ext cx="4519526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Epsilon (ε) is decreasing from 1.0 to 0.01 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722575">
            <a:off x="-1215852" y="-4249411"/>
            <a:ext cx="6286050" cy="6286050"/>
          </a:xfrm>
          <a:custGeom>
            <a:avLst/>
            <a:gdLst/>
            <a:ahLst/>
            <a:cxnLst/>
            <a:rect r="r" b="b" t="t" l="l"/>
            <a:pathLst>
              <a:path h="6286050" w="6286050">
                <a:moveTo>
                  <a:pt x="0" y="0"/>
                </a:moveTo>
                <a:lnTo>
                  <a:pt x="6286050" y="0"/>
                </a:lnTo>
                <a:lnTo>
                  <a:pt x="6286050" y="6286050"/>
                </a:lnTo>
                <a:lnTo>
                  <a:pt x="0" y="6286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dash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-5678564">
            <a:off x="-2479105" y="7118015"/>
            <a:ext cx="6489801" cy="5118831"/>
          </a:xfrm>
          <a:custGeom>
            <a:avLst/>
            <a:gdLst/>
            <a:ahLst/>
            <a:cxnLst/>
            <a:rect r="r" b="b" t="t" l="l"/>
            <a:pathLst>
              <a:path h="5118831" w="6489801">
                <a:moveTo>
                  <a:pt x="0" y="0"/>
                </a:moveTo>
                <a:lnTo>
                  <a:pt x="6489801" y="0"/>
                </a:lnTo>
                <a:lnTo>
                  <a:pt x="6489801" y="5118831"/>
                </a:lnTo>
                <a:lnTo>
                  <a:pt x="0" y="51188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3520096" y="2546835"/>
            <a:ext cx="4737774" cy="2596665"/>
          </a:xfrm>
          <a:custGeom>
            <a:avLst/>
            <a:gdLst/>
            <a:ahLst/>
            <a:cxnLst/>
            <a:rect r="r" b="b" t="t" l="l"/>
            <a:pathLst>
              <a:path h="2596665" w="4737774">
                <a:moveTo>
                  <a:pt x="0" y="0"/>
                </a:moveTo>
                <a:lnTo>
                  <a:pt x="4737774" y="0"/>
                </a:lnTo>
                <a:lnTo>
                  <a:pt x="4737774" y="2596665"/>
                </a:lnTo>
                <a:lnTo>
                  <a:pt x="0" y="25966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867476" y="141605"/>
            <a:ext cx="780503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u="sng">
                <a:solidFill>
                  <a:srgbClr val="000000"/>
                </a:solidFill>
                <a:latin typeface="Bricolage Grotesque 18"/>
                <a:ea typeface="Bricolage Grotesque 18"/>
                <a:cs typeface="Bricolage Grotesque 18"/>
                <a:sym typeface="Bricolage Grotesque 18"/>
              </a:rPr>
              <a:t>Phase 4 Results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95636" y="1618671"/>
            <a:ext cx="437435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Bricolage Grotesque 18"/>
                <a:ea typeface="Bricolage Grotesque 18"/>
                <a:cs typeface="Bricolage Grotesque 18"/>
                <a:sym typeface="Bricolage Grotesque 18"/>
              </a:rPr>
              <a:t>Training Performance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238838" y="3778493"/>
            <a:ext cx="4324201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Bricolage Grotesque 18"/>
                <a:ea typeface="Bricolage Grotesque 18"/>
                <a:cs typeface="Bricolage Grotesque 18"/>
                <a:sym typeface="Bricolage Grotesque 18"/>
              </a:rPr>
              <a:t>Due to Micro deadline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Bricolage Grotesque 18"/>
                <a:ea typeface="Bricolage Grotesque 18"/>
                <a:cs typeface="Bricolage Grotesque 18"/>
                <a:sym typeface="Bricolage Grotesque 18"/>
              </a:rPr>
              <a:t> check 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22575">
            <a:off x="-1461270" y="-4325816"/>
            <a:ext cx="6286050" cy="6286050"/>
          </a:xfrm>
          <a:custGeom>
            <a:avLst/>
            <a:gdLst/>
            <a:ahLst/>
            <a:cxnLst/>
            <a:rect r="r" b="b" t="t" l="l"/>
            <a:pathLst>
              <a:path h="6286050" w="6286050">
                <a:moveTo>
                  <a:pt x="0" y="0"/>
                </a:moveTo>
                <a:lnTo>
                  <a:pt x="6286049" y="0"/>
                </a:lnTo>
                <a:lnTo>
                  <a:pt x="6286049" y="6286050"/>
                </a:lnTo>
                <a:lnTo>
                  <a:pt x="0" y="62860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dash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1801374">
            <a:off x="12987349" y="8233169"/>
            <a:ext cx="6286050" cy="6286050"/>
          </a:xfrm>
          <a:custGeom>
            <a:avLst/>
            <a:gdLst/>
            <a:ahLst/>
            <a:cxnLst/>
            <a:rect r="r" b="b" t="t" l="l"/>
            <a:pathLst>
              <a:path h="6286050" w="6286050">
                <a:moveTo>
                  <a:pt x="0" y="0"/>
                </a:moveTo>
                <a:lnTo>
                  <a:pt x="6286050" y="0"/>
                </a:lnTo>
                <a:lnTo>
                  <a:pt x="6286050" y="6286050"/>
                </a:lnTo>
                <a:lnTo>
                  <a:pt x="0" y="62860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678564">
            <a:off x="-2479105" y="7118015"/>
            <a:ext cx="6489801" cy="5118831"/>
          </a:xfrm>
          <a:custGeom>
            <a:avLst/>
            <a:gdLst/>
            <a:ahLst/>
            <a:cxnLst/>
            <a:rect r="r" b="b" t="t" l="l"/>
            <a:pathLst>
              <a:path h="5118831" w="6489801">
                <a:moveTo>
                  <a:pt x="0" y="0"/>
                </a:moveTo>
                <a:lnTo>
                  <a:pt x="6489801" y="0"/>
                </a:lnTo>
                <a:lnTo>
                  <a:pt x="6489801" y="5118831"/>
                </a:lnTo>
                <a:lnTo>
                  <a:pt x="0" y="51188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854510" y="4300594"/>
            <a:ext cx="4737774" cy="2596665"/>
          </a:xfrm>
          <a:custGeom>
            <a:avLst/>
            <a:gdLst/>
            <a:ahLst/>
            <a:cxnLst/>
            <a:rect r="r" b="b" t="t" l="l"/>
            <a:pathLst>
              <a:path h="2596665" w="4737774">
                <a:moveTo>
                  <a:pt x="0" y="0"/>
                </a:moveTo>
                <a:lnTo>
                  <a:pt x="4737774" y="0"/>
                </a:lnTo>
                <a:lnTo>
                  <a:pt x="4737774" y="2596665"/>
                </a:lnTo>
                <a:lnTo>
                  <a:pt x="0" y="25966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520096" y="2546835"/>
            <a:ext cx="4737774" cy="2596665"/>
          </a:xfrm>
          <a:custGeom>
            <a:avLst/>
            <a:gdLst/>
            <a:ahLst/>
            <a:cxnLst/>
            <a:rect r="r" b="b" t="t" l="l"/>
            <a:pathLst>
              <a:path h="2596665" w="4737774">
                <a:moveTo>
                  <a:pt x="0" y="0"/>
                </a:moveTo>
                <a:lnTo>
                  <a:pt x="4737774" y="0"/>
                </a:lnTo>
                <a:lnTo>
                  <a:pt x="4737774" y="2596665"/>
                </a:lnTo>
                <a:lnTo>
                  <a:pt x="0" y="25966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000524" y="2204187"/>
            <a:ext cx="8891522" cy="7473243"/>
          </a:xfrm>
          <a:custGeom>
            <a:avLst/>
            <a:gdLst/>
            <a:ahLst/>
            <a:cxnLst/>
            <a:rect r="r" b="b" t="t" l="l"/>
            <a:pathLst>
              <a:path h="7473243" w="8891522">
                <a:moveTo>
                  <a:pt x="0" y="0"/>
                </a:moveTo>
                <a:lnTo>
                  <a:pt x="8891523" y="0"/>
                </a:lnTo>
                <a:lnTo>
                  <a:pt x="8891523" y="7473243"/>
                </a:lnTo>
                <a:lnTo>
                  <a:pt x="0" y="74732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558828" y="141605"/>
            <a:ext cx="777491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u="sng">
                <a:solidFill>
                  <a:srgbClr val="000000"/>
                </a:solidFill>
                <a:latin typeface="Bricolage Grotesque 18"/>
                <a:ea typeface="Bricolage Grotesque 18"/>
                <a:cs typeface="Bricolage Grotesque 18"/>
                <a:sym typeface="Bricolage Grotesque 18"/>
              </a:rPr>
              <a:t>Phase 4 Results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377947" y="1362464"/>
            <a:ext cx="4136678" cy="573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Bricolage Grotesque 18"/>
                <a:ea typeface="Bricolage Grotesque 18"/>
                <a:cs typeface="Bricolage Grotesque 18"/>
                <a:sym typeface="Bricolage Grotesque 18"/>
              </a:rPr>
              <a:t>Testing Performance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102588" y="1630116"/>
            <a:ext cx="2340173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Epsilon (ε) is 0.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22575">
            <a:off x="-1361613" y="-4182189"/>
            <a:ext cx="6286050" cy="6286050"/>
          </a:xfrm>
          <a:custGeom>
            <a:avLst/>
            <a:gdLst/>
            <a:ahLst/>
            <a:cxnLst/>
            <a:rect r="r" b="b" t="t" l="l"/>
            <a:pathLst>
              <a:path h="6286050" w="6286050">
                <a:moveTo>
                  <a:pt x="0" y="0"/>
                </a:moveTo>
                <a:lnTo>
                  <a:pt x="6286049" y="0"/>
                </a:lnTo>
                <a:lnTo>
                  <a:pt x="6286049" y="6286050"/>
                </a:lnTo>
                <a:lnTo>
                  <a:pt x="0" y="62860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dash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1801374">
            <a:off x="15993441" y="8765238"/>
            <a:ext cx="3043525" cy="3043525"/>
          </a:xfrm>
          <a:custGeom>
            <a:avLst/>
            <a:gdLst/>
            <a:ahLst/>
            <a:cxnLst/>
            <a:rect r="r" b="b" t="t" l="l"/>
            <a:pathLst>
              <a:path h="3043525" w="3043525">
                <a:moveTo>
                  <a:pt x="0" y="0"/>
                </a:moveTo>
                <a:lnTo>
                  <a:pt x="3043525" y="0"/>
                </a:lnTo>
                <a:lnTo>
                  <a:pt x="3043525" y="3043524"/>
                </a:lnTo>
                <a:lnTo>
                  <a:pt x="0" y="30435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678564">
            <a:off x="-2437321" y="7766421"/>
            <a:ext cx="6489801" cy="5118831"/>
          </a:xfrm>
          <a:custGeom>
            <a:avLst/>
            <a:gdLst/>
            <a:ahLst/>
            <a:cxnLst/>
            <a:rect r="r" b="b" t="t" l="l"/>
            <a:pathLst>
              <a:path h="5118831" w="6489801">
                <a:moveTo>
                  <a:pt x="0" y="0"/>
                </a:moveTo>
                <a:lnTo>
                  <a:pt x="6489801" y="0"/>
                </a:lnTo>
                <a:lnTo>
                  <a:pt x="6489801" y="5118830"/>
                </a:lnTo>
                <a:lnTo>
                  <a:pt x="0" y="51188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843746" y="54678"/>
            <a:ext cx="4737774" cy="2596665"/>
          </a:xfrm>
          <a:custGeom>
            <a:avLst/>
            <a:gdLst/>
            <a:ahLst/>
            <a:cxnLst/>
            <a:rect r="r" b="b" t="t" l="l"/>
            <a:pathLst>
              <a:path h="2596665" w="4737774">
                <a:moveTo>
                  <a:pt x="0" y="0"/>
                </a:moveTo>
                <a:lnTo>
                  <a:pt x="4737775" y="0"/>
                </a:lnTo>
                <a:lnTo>
                  <a:pt x="4737775" y="2596665"/>
                </a:lnTo>
                <a:lnTo>
                  <a:pt x="0" y="25966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520096" y="2546835"/>
            <a:ext cx="4737774" cy="2596665"/>
          </a:xfrm>
          <a:custGeom>
            <a:avLst/>
            <a:gdLst/>
            <a:ahLst/>
            <a:cxnLst/>
            <a:rect r="r" b="b" t="t" l="l"/>
            <a:pathLst>
              <a:path h="2596665" w="4737774">
                <a:moveTo>
                  <a:pt x="0" y="0"/>
                </a:moveTo>
                <a:lnTo>
                  <a:pt x="4737774" y="0"/>
                </a:lnTo>
                <a:lnTo>
                  <a:pt x="4737774" y="2596665"/>
                </a:lnTo>
                <a:lnTo>
                  <a:pt x="0" y="25966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 flipV="true">
            <a:off x="3211339" y="3283717"/>
            <a:ext cx="73872" cy="5021631"/>
          </a:xfrm>
          <a:prstGeom prst="line">
            <a:avLst/>
          </a:prstGeom>
          <a:ln cap="flat" w="666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H="true" flipV="true">
            <a:off x="1217748" y="6662108"/>
            <a:ext cx="5923072" cy="12430"/>
          </a:xfrm>
          <a:prstGeom prst="line">
            <a:avLst/>
          </a:prstGeom>
          <a:ln cap="flat" w="666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2417281">
            <a:off x="2967790" y="5340467"/>
            <a:ext cx="2697336" cy="510042"/>
          </a:xfrm>
          <a:custGeom>
            <a:avLst/>
            <a:gdLst/>
            <a:ahLst/>
            <a:cxnLst/>
            <a:rect r="r" b="b" t="t" l="l"/>
            <a:pathLst>
              <a:path h="510042" w="2697336">
                <a:moveTo>
                  <a:pt x="0" y="0"/>
                </a:moveTo>
                <a:lnTo>
                  <a:pt x="2697336" y="0"/>
                </a:lnTo>
                <a:lnTo>
                  <a:pt x="2697336" y="510041"/>
                </a:lnTo>
                <a:lnTo>
                  <a:pt x="0" y="5100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2700000">
            <a:off x="5688107" y="6595612"/>
            <a:ext cx="1127696" cy="1127696"/>
          </a:xfrm>
          <a:custGeom>
            <a:avLst/>
            <a:gdLst/>
            <a:ahLst/>
            <a:cxnLst/>
            <a:rect r="r" b="b" t="t" l="l"/>
            <a:pathLst>
              <a:path h="1127696" w="1127696">
                <a:moveTo>
                  <a:pt x="0" y="0"/>
                </a:moveTo>
                <a:lnTo>
                  <a:pt x="1127696" y="0"/>
                </a:lnTo>
                <a:lnTo>
                  <a:pt x="1127696" y="1127696"/>
                </a:lnTo>
                <a:lnTo>
                  <a:pt x="0" y="112769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029866" y="5105400"/>
            <a:ext cx="1022598" cy="396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reward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-8100000">
            <a:off x="2213707" y="4176141"/>
            <a:ext cx="887663" cy="887663"/>
          </a:xfrm>
          <a:custGeom>
            <a:avLst/>
            <a:gdLst/>
            <a:ahLst/>
            <a:cxnLst/>
            <a:rect r="r" b="b" t="t" l="l"/>
            <a:pathLst>
              <a:path h="887663" w="887663">
                <a:moveTo>
                  <a:pt x="0" y="0"/>
                </a:moveTo>
                <a:lnTo>
                  <a:pt x="887663" y="0"/>
                </a:lnTo>
                <a:lnTo>
                  <a:pt x="887663" y="887663"/>
                </a:lnTo>
                <a:lnTo>
                  <a:pt x="0" y="88766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3" id="13"/>
          <p:cNvSpPr/>
          <p:nvPr/>
        </p:nvSpPr>
        <p:spPr>
          <a:xfrm flipV="true">
            <a:off x="12022644" y="3062882"/>
            <a:ext cx="0" cy="5497713"/>
          </a:xfrm>
          <a:prstGeom prst="line">
            <a:avLst/>
          </a:prstGeom>
          <a:ln cap="flat" w="666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H="true" flipV="true">
            <a:off x="9955181" y="6441273"/>
            <a:ext cx="5923072" cy="12430"/>
          </a:xfrm>
          <a:prstGeom prst="line">
            <a:avLst/>
          </a:prstGeom>
          <a:ln cap="flat" w="666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8501106">
            <a:off x="11890270" y="7268839"/>
            <a:ext cx="2697336" cy="510042"/>
          </a:xfrm>
          <a:custGeom>
            <a:avLst/>
            <a:gdLst/>
            <a:ahLst/>
            <a:cxnLst/>
            <a:rect r="r" b="b" t="t" l="l"/>
            <a:pathLst>
              <a:path h="510042" w="2697336">
                <a:moveTo>
                  <a:pt x="0" y="0"/>
                </a:moveTo>
                <a:lnTo>
                  <a:pt x="2697336" y="0"/>
                </a:lnTo>
                <a:lnTo>
                  <a:pt x="2697336" y="510042"/>
                </a:lnTo>
                <a:lnTo>
                  <a:pt x="0" y="51004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2700000">
            <a:off x="14294298" y="5672164"/>
            <a:ext cx="1127696" cy="1127696"/>
          </a:xfrm>
          <a:custGeom>
            <a:avLst/>
            <a:gdLst/>
            <a:ahLst/>
            <a:cxnLst/>
            <a:rect r="r" b="b" t="t" l="l"/>
            <a:pathLst>
              <a:path h="1127696" w="1127696">
                <a:moveTo>
                  <a:pt x="0" y="0"/>
                </a:moveTo>
                <a:lnTo>
                  <a:pt x="1127696" y="0"/>
                </a:lnTo>
                <a:lnTo>
                  <a:pt x="1127696" y="1127695"/>
                </a:lnTo>
                <a:lnTo>
                  <a:pt x="0" y="112769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8100000">
            <a:off x="10991390" y="3997071"/>
            <a:ext cx="887663" cy="887663"/>
          </a:xfrm>
          <a:custGeom>
            <a:avLst/>
            <a:gdLst/>
            <a:ahLst/>
            <a:cxnLst/>
            <a:rect r="r" b="b" t="t" l="l"/>
            <a:pathLst>
              <a:path h="887663" w="887663">
                <a:moveTo>
                  <a:pt x="0" y="0"/>
                </a:moveTo>
                <a:lnTo>
                  <a:pt x="887663" y="0"/>
                </a:lnTo>
                <a:lnTo>
                  <a:pt x="887663" y="887664"/>
                </a:lnTo>
                <a:lnTo>
                  <a:pt x="0" y="88766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6393205">
            <a:off x="3313047" y="4079419"/>
            <a:ext cx="715665" cy="715665"/>
          </a:xfrm>
          <a:custGeom>
            <a:avLst/>
            <a:gdLst/>
            <a:ahLst/>
            <a:cxnLst/>
            <a:rect r="r" b="b" t="t" l="l"/>
            <a:pathLst>
              <a:path h="715665" w="715665">
                <a:moveTo>
                  <a:pt x="0" y="0"/>
                </a:moveTo>
                <a:lnTo>
                  <a:pt x="715665" y="0"/>
                </a:lnTo>
                <a:lnTo>
                  <a:pt x="715665" y="715665"/>
                </a:lnTo>
                <a:lnTo>
                  <a:pt x="0" y="71566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5100721" y="325726"/>
            <a:ext cx="8331000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u="sng">
                <a:solidFill>
                  <a:srgbClr val="000000"/>
                </a:solidFill>
                <a:latin typeface="Bricolage Grotesque 18"/>
                <a:ea typeface="Bricolage Grotesque 18"/>
                <a:cs typeface="Bricolage Grotesque 18"/>
                <a:sym typeface="Bricolage Grotesque 18"/>
              </a:rPr>
              <a:t>Why Negative Reward System?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285211" y="1157575"/>
            <a:ext cx="5408861" cy="382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Bricolage Grotesque 18"/>
                <a:ea typeface="Bricolage Grotesque 18"/>
                <a:cs typeface="Bricolage Grotesque 18"/>
                <a:sym typeface="Bricolage Grotesque 18"/>
              </a:rPr>
              <a:t>Goal - Minimum time and energy consume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106491" y="2115037"/>
            <a:ext cx="3798243" cy="431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 u="sng">
                <a:solidFill>
                  <a:srgbClr val="000000"/>
                </a:solidFill>
                <a:latin typeface="Bricolage Grotesque 18"/>
                <a:ea typeface="Bricolage Grotesque 18"/>
                <a:cs typeface="Bricolage Grotesque 18"/>
                <a:sym typeface="Bricolage Grotesque 18"/>
              </a:rPr>
              <a:t>If positive Reward System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675425" y="1982604"/>
            <a:ext cx="3894386" cy="431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 u="sng">
                <a:solidFill>
                  <a:srgbClr val="000000"/>
                </a:solidFill>
                <a:latin typeface="Bricolage Grotesque 18"/>
                <a:ea typeface="Bricolage Grotesque 18"/>
                <a:cs typeface="Bricolage Grotesque 18"/>
                <a:sym typeface="Bricolage Grotesque 18"/>
              </a:rPr>
              <a:t>If negative Reward System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579463" y="3674077"/>
            <a:ext cx="2206228" cy="280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Max time and energy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904734" y="5440865"/>
            <a:ext cx="2169170" cy="280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Min time and energy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749301" y="3204813"/>
            <a:ext cx="401241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+y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14279" y="6430956"/>
            <a:ext cx="310307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-x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187463" y="6430956"/>
            <a:ext cx="376982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+x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749301" y="8027853"/>
            <a:ext cx="345728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-y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001104" y="6890695"/>
            <a:ext cx="1315343" cy="396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episodes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5916422" y="6348100"/>
            <a:ext cx="376982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+x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612052" y="5945818"/>
            <a:ext cx="1315343" cy="396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episodes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435222" y="2785877"/>
            <a:ext cx="401241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+y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580836" y="8062755"/>
            <a:ext cx="345728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-y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644874" y="6304909"/>
            <a:ext cx="310307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-x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926174" y="5105400"/>
            <a:ext cx="1022598" cy="396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reward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900808" y="6081718"/>
            <a:ext cx="30331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0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645460" y="5860883"/>
            <a:ext cx="30331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0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743812" y="9070053"/>
            <a:ext cx="2206228" cy="280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Max time and energy 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5020328" y="7258360"/>
            <a:ext cx="2169170" cy="280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Min time and energy </a:t>
            </a:r>
          </a:p>
        </p:txBody>
      </p:sp>
      <p:sp>
        <p:nvSpPr>
          <p:cNvPr name="Freeform 40" id="40"/>
          <p:cNvSpPr/>
          <p:nvPr/>
        </p:nvSpPr>
        <p:spPr>
          <a:xfrm flipH="false" flipV="false" rot="-5686110">
            <a:off x="5130998" y="5789206"/>
            <a:ext cx="760080" cy="760080"/>
          </a:xfrm>
          <a:custGeom>
            <a:avLst/>
            <a:gdLst/>
            <a:ahLst/>
            <a:cxnLst/>
            <a:rect r="r" b="b" t="t" l="l"/>
            <a:pathLst>
              <a:path h="760080" w="760080">
                <a:moveTo>
                  <a:pt x="0" y="0"/>
                </a:moveTo>
                <a:lnTo>
                  <a:pt x="760080" y="0"/>
                </a:lnTo>
                <a:lnTo>
                  <a:pt x="760080" y="760080"/>
                </a:lnTo>
                <a:lnTo>
                  <a:pt x="0" y="76008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172117">
            <a:off x="12161459" y="8225405"/>
            <a:ext cx="712954" cy="712954"/>
          </a:xfrm>
          <a:custGeom>
            <a:avLst/>
            <a:gdLst/>
            <a:ahLst/>
            <a:cxnLst/>
            <a:rect r="r" b="b" t="t" l="l"/>
            <a:pathLst>
              <a:path h="712954" w="712954">
                <a:moveTo>
                  <a:pt x="0" y="0"/>
                </a:moveTo>
                <a:lnTo>
                  <a:pt x="712954" y="0"/>
                </a:lnTo>
                <a:lnTo>
                  <a:pt x="712954" y="712954"/>
                </a:lnTo>
                <a:lnTo>
                  <a:pt x="0" y="71295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-237442">
            <a:off x="14213334" y="6603316"/>
            <a:ext cx="712954" cy="712954"/>
          </a:xfrm>
          <a:custGeom>
            <a:avLst/>
            <a:gdLst/>
            <a:ahLst/>
            <a:cxnLst/>
            <a:rect r="r" b="b" t="t" l="l"/>
            <a:pathLst>
              <a:path h="712954" w="712954">
                <a:moveTo>
                  <a:pt x="0" y="0"/>
                </a:moveTo>
                <a:lnTo>
                  <a:pt x="712954" y="0"/>
                </a:lnTo>
                <a:lnTo>
                  <a:pt x="712954" y="712954"/>
                </a:lnTo>
                <a:lnTo>
                  <a:pt x="0" y="71295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3" id="43"/>
          <p:cNvSpPr/>
          <p:nvPr/>
        </p:nvSpPr>
        <p:spPr>
          <a:xfrm>
            <a:off x="8602541" y="1694420"/>
            <a:ext cx="0" cy="8456744"/>
          </a:xfrm>
          <a:prstGeom prst="line">
            <a:avLst/>
          </a:prstGeom>
          <a:ln cap="flat" w="66675">
            <a:solidFill>
              <a:srgbClr val="1DE2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609562" y="318105"/>
            <a:ext cx="2960727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TimeLine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61326" y="4397598"/>
            <a:ext cx="2942433" cy="1845708"/>
            <a:chOff x="0" y="0"/>
            <a:chExt cx="3923244" cy="246094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923244" cy="2460944"/>
            </a:xfrm>
            <a:custGeom>
              <a:avLst/>
              <a:gdLst/>
              <a:ahLst/>
              <a:cxnLst/>
              <a:rect r="r" b="b" t="t" l="l"/>
              <a:pathLst>
                <a:path h="2460944" w="3923244">
                  <a:moveTo>
                    <a:pt x="0" y="0"/>
                  </a:moveTo>
                  <a:lnTo>
                    <a:pt x="3923244" y="0"/>
                  </a:lnTo>
                  <a:lnTo>
                    <a:pt x="3923244" y="2460944"/>
                  </a:lnTo>
                  <a:lnTo>
                    <a:pt x="0" y="2460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338006" y="821320"/>
              <a:ext cx="3247231" cy="7516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Evaluation1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044962" y="4404228"/>
            <a:ext cx="2942433" cy="1845708"/>
            <a:chOff x="0" y="0"/>
            <a:chExt cx="3923244" cy="24609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923244" cy="2460944"/>
            </a:xfrm>
            <a:custGeom>
              <a:avLst/>
              <a:gdLst/>
              <a:ahLst/>
              <a:cxnLst/>
              <a:rect r="r" b="b" t="t" l="l"/>
              <a:pathLst>
                <a:path h="2460944" w="3923244">
                  <a:moveTo>
                    <a:pt x="0" y="0"/>
                  </a:moveTo>
                  <a:lnTo>
                    <a:pt x="3923244" y="0"/>
                  </a:lnTo>
                  <a:lnTo>
                    <a:pt x="3923244" y="2460944"/>
                  </a:lnTo>
                  <a:lnTo>
                    <a:pt x="0" y="2460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333244" y="821320"/>
              <a:ext cx="3256756" cy="7516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59"/>
                </a:lnSpc>
                <a:spcBef>
                  <a:spcPct val="0"/>
                </a:spcBef>
              </a:pPr>
              <a:r>
                <a:rPr lang="en-US" sz="33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Evaluation2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854683" y="4397598"/>
            <a:ext cx="2942433" cy="1845708"/>
            <a:chOff x="0" y="0"/>
            <a:chExt cx="3923244" cy="246094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923244" cy="2460944"/>
            </a:xfrm>
            <a:custGeom>
              <a:avLst/>
              <a:gdLst/>
              <a:ahLst/>
              <a:cxnLst/>
              <a:rect r="r" b="b" t="t" l="l"/>
              <a:pathLst>
                <a:path h="2460944" w="3923244">
                  <a:moveTo>
                    <a:pt x="0" y="0"/>
                  </a:moveTo>
                  <a:lnTo>
                    <a:pt x="3923244" y="0"/>
                  </a:lnTo>
                  <a:lnTo>
                    <a:pt x="3923244" y="2460944"/>
                  </a:lnTo>
                  <a:lnTo>
                    <a:pt x="0" y="2460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151368" y="821320"/>
              <a:ext cx="3274695" cy="7516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59"/>
                </a:lnSpc>
                <a:spcBef>
                  <a:spcPct val="0"/>
                </a:spcBef>
              </a:pPr>
              <a:r>
                <a:rPr lang="en-US" sz="33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Evaluation3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053384" y="4429943"/>
            <a:ext cx="2942433" cy="1845708"/>
            <a:chOff x="0" y="0"/>
            <a:chExt cx="3923244" cy="246094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923244" cy="2460944"/>
            </a:xfrm>
            <a:custGeom>
              <a:avLst/>
              <a:gdLst/>
              <a:ahLst/>
              <a:cxnLst/>
              <a:rect r="r" b="b" t="t" l="l"/>
              <a:pathLst>
                <a:path h="2460944" w="3923244">
                  <a:moveTo>
                    <a:pt x="0" y="0"/>
                  </a:moveTo>
                  <a:lnTo>
                    <a:pt x="3923244" y="0"/>
                  </a:lnTo>
                  <a:lnTo>
                    <a:pt x="3923244" y="2460944"/>
                  </a:lnTo>
                  <a:lnTo>
                    <a:pt x="0" y="2460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317051" y="821320"/>
              <a:ext cx="3289141" cy="7516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59"/>
                </a:lnSpc>
                <a:spcBef>
                  <a:spcPct val="0"/>
                </a:spcBef>
              </a:pPr>
              <a:r>
                <a:rPr lang="en-US" sz="33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Evaluation4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650472" y="8020127"/>
            <a:ext cx="5746700" cy="1417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Going through various sources and</a:t>
            </a:r>
          </a:p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understand how does the</a:t>
            </a:r>
          </a:p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algorithm works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545069" y="2110505"/>
            <a:ext cx="5748486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Developed the model with average</a:t>
            </a:r>
          </a:p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accuracy from scratch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083015" y="8020127"/>
            <a:ext cx="5371951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Improvised DRL Agent accuracy</a:t>
            </a:r>
          </a:p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with the classification algorithm</a:t>
            </a:r>
          </a:p>
        </p:txBody>
      </p:sp>
      <p:sp>
        <p:nvSpPr>
          <p:cNvPr name="AutoShape 18" id="18"/>
          <p:cNvSpPr/>
          <p:nvPr/>
        </p:nvSpPr>
        <p:spPr>
          <a:xfrm>
            <a:off x="2131641" y="6054867"/>
            <a:ext cx="0" cy="1915299"/>
          </a:xfrm>
          <a:prstGeom prst="line">
            <a:avLst/>
          </a:prstGeom>
          <a:ln cap="flat" w="8572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9" id="19"/>
          <p:cNvSpPr/>
          <p:nvPr/>
        </p:nvSpPr>
        <p:spPr>
          <a:xfrm>
            <a:off x="11922212" y="6054867"/>
            <a:ext cx="0" cy="1915299"/>
          </a:xfrm>
          <a:prstGeom prst="line">
            <a:avLst/>
          </a:prstGeom>
          <a:ln cap="flat" w="8572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0" id="20"/>
          <p:cNvSpPr/>
          <p:nvPr/>
        </p:nvSpPr>
        <p:spPr>
          <a:xfrm flipH="true" flipV="true">
            <a:off x="7609562" y="3304450"/>
            <a:ext cx="120928" cy="1240318"/>
          </a:xfrm>
          <a:prstGeom prst="line">
            <a:avLst/>
          </a:prstGeom>
          <a:ln cap="flat" w="8572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1" id="21"/>
          <p:cNvSpPr/>
          <p:nvPr/>
        </p:nvSpPr>
        <p:spPr>
          <a:xfrm flipH="true" flipV="true">
            <a:off x="16047635" y="3055734"/>
            <a:ext cx="120928" cy="1240318"/>
          </a:xfrm>
          <a:prstGeom prst="line">
            <a:avLst/>
          </a:prstGeom>
          <a:ln cap="flat" w="8572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22" id="22"/>
          <p:cNvSpPr/>
          <p:nvPr/>
        </p:nvSpPr>
        <p:spPr>
          <a:xfrm flipH="false" flipV="false" rot="0">
            <a:off x="-4180082" y="-5556027"/>
            <a:ext cx="9022634" cy="9258300"/>
          </a:xfrm>
          <a:custGeom>
            <a:avLst/>
            <a:gdLst/>
            <a:ahLst/>
            <a:cxnLst/>
            <a:rect r="r" b="b" t="t" l="l"/>
            <a:pathLst>
              <a:path h="9258300" w="9022634">
                <a:moveTo>
                  <a:pt x="0" y="0"/>
                </a:moveTo>
                <a:lnTo>
                  <a:pt x="9022635" y="0"/>
                </a:lnTo>
                <a:lnTo>
                  <a:pt x="9022635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3" id="23"/>
          <p:cNvSpPr/>
          <p:nvPr/>
        </p:nvSpPr>
        <p:spPr>
          <a:xfrm>
            <a:off x="4296065" y="5301402"/>
            <a:ext cx="1748897" cy="0"/>
          </a:xfrm>
          <a:prstGeom prst="line">
            <a:avLst/>
          </a:prstGeom>
          <a:ln cap="flat" w="857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 flipV="true">
            <a:off x="8917849" y="5317556"/>
            <a:ext cx="1936647" cy="19050"/>
          </a:xfrm>
          <a:prstGeom prst="line">
            <a:avLst/>
          </a:prstGeom>
          <a:ln cap="flat" w="666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13797955" y="5301366"/>
            <a:ext cx="1166875" cy="51431"/>
          </a:xfrm>
          <a:prstGeom prst="line">
            <a:avLst/>
          </a:prstGeom>
          <a:ln cap="flat" w="666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6" id="26"/>
          <p:cNvSpPr txBox="true"/>
          <p:nvPr/>
        </p:nvSpPr>
        <p:spPr>
          <a:xfrm rot="0">
            <a:off x="13016805" y="1430420"/>
            <a:ext cx="5271195" cy="1417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Improvised DRL Agent accuracy</a:t>
            </a:r>
          </a:p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with the enhanced</a:t>
            </a:r>
          </a:p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reward shaping algorithm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415232" y="2103404"/>
            <a:ext cx="0" cy="689803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1739386" y="2183761"/>
            <a:ext cx="0" cy="689803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2519630" y="6751107"/>
            <a:ext cx="4739670" cy="1308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Abhishek Hazra, Mainak Adhikari, Tarachand Amgoth, Satish Narayana Srirama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4444486" y="7726797"/>
            <a:ext cx="9022634" cy="9258300"/>
          </a:xfrm>
          <a:custGeom>
            <a:avLst/>
            <a:gdLst/>
            <a:ahLst/>
            <a:cxnLst/>
            <a:rect r="r" b="b" t="t" l="l"/>
            <a:pathLst>
              <a:path h="9258300" w="9022634">
                <a:moveTo>
                  <a:pt x="0" y="0"/>
                </a:moveTo>
                <a:lnTo>
                  <a:pt x="9022634" y="0"/>
                </a:lnTo>
                <a:lnTo>
                  <a:pt x="9022634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3077680">
            <a:off x="15057791" y="-2355684"/>
            <a:ext cx="3920664" cy="3920664"/>
          </a:xfrm>
          <a:custGeom>
            <a:avLst/>
            <a:gdLst/>
            <a:ahLst/>
            <a:cxnLst/>
            <a:rect r="r" b="b" t="t" l="l"/>
            <a:pathLst>
              <a:path h="3920664" w="3920664">
                <a:moveTo>
                  <a:pt x="0" y="0"/>
                </a:moveTo>
                <a:lnTo>
                  <a:pt x="3920663" y="0"/>
                </a:lnTo>
                <a:lnTo>
                  <a:pt x="3920663" y="3920663"/>
                </a:lnTo>
                <a:lnTo>
                  <a:pt x="0" y="39206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286476" y="9471740"/>
            <a:ext cx="4737774" cy="2596665"/>
          </a:xfrm>
          <a:custGeom>
            <a:avLst/>
            <a:gdLst/>
            <a:ahLst/>
            <a:cxnLst/>
            <a:rect r="r" b="b" t="t" l="l"/>
            <a:pathLst>
              <a:path h="2596665" w="4737774">
                <a:moveTo>
                  <a:pt x="0" y="0"/>
                </a:moveTo>
                <a:lnTo>
                  <a:pt x="4737774" y="0"/>
                </a:lnTo>
                <a:lnTo>
                  <a:pt x="4737774" y="2596665"/>
                </a:lnTo>
                <a:lnTo>
                  <a:pt x="0" y="25966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570940" y="318105"/>
            <a:ext cx="3633907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References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1441" y="3199882"/>
            <a:ext cx="4890151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Deep Reinforcement Learning for Task Partitioning and Partial Offloading in UAV Networks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413626" y="2036729"/>
            <a:ext cx="52578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[1]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121372" y="2036729"/>
            <a:ext cx="53304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[2]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444486" y="2036729"/>
            <a:ext cx="54649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[3]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506993" y="3199882"/>
            <a:ext cx="6140632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Intelligent Service Deployment Policy for Next-Generation Industrial Edge Networks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139436" y="3199882"/>
            <a:ext cx="5394878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Collaborative AI-enabled Intelligent Partial Service Provisioning in Green Industrial Fog Networks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95448" y="6570113"/>
            <a:ext cx="3562136" cy="2111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Srivikas Varasala, Veera Manikantha Rayudu Tummala, Suhas N Reddy, Sampath Kumar Talada, Abhishek Hazra, Mohan Gurusamy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284580" y="6418697"/>
            <a:ext cx="4739670" cy="1308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Abhishek Hazra, Mainak Adhikari, Tarachand Amgoth, Satish Narayana Srirama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-4759927" y="-5425064"/>
            <a:ext cx="9022634" cy="9258300"/>
          </a:xfrm>
          <a:custGeom>
            <a:avLst/>
            <a:gdLst/>
            <a:ahLst/>
            <a:cxnLst/>
            <a:rect r="r" b="b" t="t" l="l"/>
            <a:pathLst>
              <a:path h="9258300" w="9022634">
                <a:moveTo>
                  <a:pt x="0" y="0"/>
                </a:moveTo>
                <a:lnTo>
                  <a:pt x="9022634" y="0"/>
                </a:lnTo>
                <a:lnTo>
                  <a:pt x="9022634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66277" y="719150"/>
            <a:ext cx="10828489" cy="7329165"/>
            <a:chOff x="0" y="0"/>
            <a:chExt cx="14437985" cy="9772219"/>
          </a:xfrm>
        </p:grpSpPr>
        <p:sp>
          <p:nvSpPr>
            <p:cNvPr name="TextBox 3" id="3"/>
            <p:cNvSpPr txBox="true"/>
            <p:nvPr/>
          </p:nvSpPr>
          <p:spPr>
            <a:xfrm rot="-592460">
              <a:off x="324577" y="1551422"/>
              <a:ext cx="13634597" cy="41250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455"/>
                </a:lnSpc>
                <a:spcBef>
                  <a:spcPct val="0"/>
                </a:spcBef>
              </a:pPr>
              <a:r>
                <a:rPr lang="en-US" sz="22455">
                  <a:solidFill>
                    <a:srgbClr val="FFE01D"/>
                  </a:solidFill>
                  <a:latin typeface="Bukhari Script"/>
                  <a:ea typeface="Bukhari Script"/>
                  <a:cs typeface="Bukhari Script"/>
                  <a:sym typeface="Bukhari Script"/>
                </a:rPr>
                <a:t>Thank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-515361">
              <a:off x="1794515" y="5132692"/>
              <a:ext cx="12434519" cy="37318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210"/>
                </a:lnSpc>
                <a:spcBef>
                  <a:spcPct val="0"/>
                </a:spcBef>
              </a:pPr>
              <a:r>
                <a:rPr lang="en-US" sz="20210">
                  <a:solidFill>
                    <a:srgbClr val="FFE01D"/>
                  </a:solidFill>
                  <a:latin typeface="Bukhari Script"/>
                  <a:ea typeface="Bukhari Script"/>
                  <a:cs typeface="Bukhari Script"/>
                  <a:sym typeface="Bukhari Script"/>
                </a:rPr>
                <a:t>you!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4784481" y="-4629150"/>
            <a:ext cx="9022634" cy="9258300"/>
          </a:xfrm>
          <a:custGeom>
            <a:avLst/>
            <a:gdLst/>
            <a:ahLst/>
            <a:cxnLst/>
            <a:rect r="r" b="b" t="t" l="l"/>
            <a:pathLst>
              <a:path h="9258300" w="9022634">
                <a:moveTo>
                  <a:pt x="0" y="0"/>
                </a:moveTo>
                <a:lnTo>
                  <a:pt x="9022634" y="0"/>
                </a:lnTo>
                <a:lnTo>
                  <a:pt x="9022634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776683" y="7637618"/>
            <a:ext cx="9022634" cy="9258300"/>
          </a:xfrm>
          <a:custGeom>
            <a:avLst/>
            <a:gdLst/>
            <a:ahLst/>
            <a:cxnLst/>
            <a:rect r="r" b="b" t="t" l="l"/>
            <a:pathLst>
              <a:path h="9258300" w="9022634">
                <a:moveTo>
                  <a:pt x="0" y="0"/>
                </a:moveTo>
                <a:lnTo>
                  <a:pt x="9022634" y="0"/>
                </a:lnTo>
                <a:lnTo>
                  <a:pt x="9022634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0151" y="3436695"/>
            <a:ext cx="4737774" cy="2596665"/>
          </a:xfrm>
          <a:custGeom>
            <a:avLst/>
            <a:gdLst/>
            <a:ahLst/>
            <a:cxnLst/>
            <a:rect r="r" b="b" t="t" l="l"/>
            <a:pathLst>
              <a:path h="2596665" w="4737774">
                <a:moveTo>
                  <a:pt x="0" y="0"/>
                </a:moveTo>
                <a:lnTo>
                  <a:pt x="4737774" y="0"/>
                </a:lnTo>
                <a:lnTo>
                  <a:pt x="4737774" y="2596664"/>
                </a:lnTo>
                <a:lnTo>
                  <a:pt x="0" y="25966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678564">
            <a:off x="-1967818" y="6915363"/>
            <a:ext cx="6489801" cy="5118831"/>
          </a:xfrm>
          <a:custGeom>
            <a:avLst/>
            <a:gdLst/>
            <a:ahLst/>
            <a:cxnLst/>
            <a:rect r="r" b="b" t="t" l="l"/>
            <a:pathLst>
              <a:path h="5118831" w="6489801">
                <a:moveTo>
                  <a:pt x="0" y="0"/>
                </a:moveTo>
                <a:lnTo>
                  <a:pt x="6489802" y="0"/>
                </a:lnTo>
                <a:lnTo>
                  <a:pt x="6489802" y="5118830"/>
                </a:lnTo>
                <a:lnTo>
                  <a:pt x="0" y="51188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DAGmeQwpEAs</dc:identifier>
  <dcterms:modified xsi:type="dcterms:W3CDTF">2011-08-01T06:04:30Z</dcterms:modified>
  <cp:revision>1</cp:revision>
  <dc:title>B25AH02_Evaln_4</dc:title>
</cp:coreProperties>
</file>